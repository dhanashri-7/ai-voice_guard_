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2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2" r:id="rId8"/>
  </p:sldIdLst>
  <p:sldSz cx="18288000" cy="10287000"/>
  <p:notesSz cx="6858000" cy="9144000"/>
  <p:embeddedFontLst>
    <p:embeddedFont>
      <p:font typeface="CanvaSansSC-Regular" panose="020B0604020202020204" charset="-128"/>
      <p:regular r:id="rId9"/>
    </p:embeddedFont>
    <p:embeddedFont>
      <p:font typeface="Archivo Black" panose="020B0604020202020204" charset="0"/>
      <p:regular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(MS)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Rubik Bubbles" panose="020B0604020202020204" charset="-79"/>
      <p:regular r:id="rId20"/>
    </p:embeddedFont>
    <p:embeddedFont>
      <p:font typeface="Times New Roman Bold" panose="02020803070505020304" pitchFamily="18" charset="0"/>
      <p:bold r:id="rId21"/>
    </p:embeddedFont>
    <p:embeddedFont>
      <p:font typeface="Times New Roman MT" panose="020B0604020202020204" charset="0"/>
      <p:regular r:id="rId22"/>
    </p:embeddedFont>
    <p:embeddedFont>
      <p:font typeface="Times New Roman MT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font" Target="fonts/font13.fntdata"/><Relationship Id="rId22" Type="http://schemas.openxmlformats.org/officeDocument/2006/relationships/font" Target="fonts/font14.fntdata"/><Relationship Id="rId23" Type="http://schemas.openxmlformats.org/officeDocument/2006/relationships/font" Target="fonts/font15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youtu.be/yzZifPyYWcU" TargetMode="External"/><Relationship Id="rId6" Type="http://schemas.openxmlformats.org/officeDocument/2006/relationships/hyperlink" Target="https://lanezy.vercel.app/" TargetMode="External"/><Relationship Id="rId7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hyperlink" Target="https://docs.google.com/document/d/1MdBHstAizW9x-LH4sN0ze2Ys08j33wHl4d-6PjO6lQQ/edit?usp=sharing" TargetMode="External"/><Relationship Id="rId12" Type="http://schemas.openxmlformats.org/officeDocument/2006/relationships/hyperlink" Target="https://github.com/JUGADU-GEEKS/Lanezy.g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sv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jp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hyperlink" Target="https://docs.ultralytics.com/models/yolov5/" TargetMode="External"/><Relationship Id="rId10" Type="http://schemas.openxmlformats.org/officeDocument/2006/relationships/hyperlink" Target="https://www.omnidim.io/" TargetMode="External"/><Relationship Id="rId11" Type="http://schemas.openxmlformats.org/officeDocument/2006/relationships/hyperlink" Target="https://www.niti.gov.in/sites/default/files/2019-01/NationalStrategy-for-AI-Discussion-Paper.pdf" TargetMode="External"/><Relationship Id="rId12" Type="http://schemas.openxmlformats.org/officeDocument/2006/relationships/hyperlink" Target="https://morth.nic.in/road-accidents-india-2022" TargetMode="External"/><Relationship Id="rId13" Type="http://schemas.openxmlformats.org/officeDocument/2006/relationships/hyperlink" Target="https://onlinlinelibrary.wiley.com/doi/abs/10.1111/j.1553-2712.2002.tb02131.x" TargetMode="External"/><Relationship Id="rId14" Type="http://schemas.openxmlformats.org/officeDocument/2006/relationships/hyperlink" Target="https://ops.fhwa.dot.gov/publications/fhwahop11039/fhwahop1103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5222" y="1277283"/>
            <a:ext cx="6953021" cy="7734300"/>
            <a:chOff x="0" y="0"/>
            <a:chExt cx="6953021" cy="7734300"/>
          </a:xfrm>
        </p:grpSpPr>
        <p:sp>
          <p:nvSpPr>
            <p:cNvPr id="3" name="Freeform 3"/>
            <p:cNvSpPr/>
            <p:nvPr/>
          </p:nvSpPr>
          <p:spPr>
            <a:xfrm>
              <a:off x="-63" y="0"/>
              <a:ext cx="6952960" cy="7734301"/>
            </a:xfrm>
            <a:custGeom>
              <a:avLst/>
              <a:gdLst/>
              <a:ahLst/>
              <a:cxnLst/>
              <a:rect l="l" t="t" r="r" b="b"/>
              <a:pathLst>
                <a:path w="6952960" h="7734301">
                  <a:moveTo>
                    <a:pt x="408368" y="4688967"/>
                  </a:moveTo>
                  <a:cubicBezTo>
                    <a:pt x="408368" y="4688967"/>
                    <a:pt x="408368" y="4688967"/>
                    <a:pt x="1009966" y="4688967"/>
                  </a:cubicBezTo>
                  <a:cubicBezTo>
                    <a:pt x="1047685" y="4688967"/>
                    <a:pt x="1084007" y="4716653"/>
                    <a:pt x="1102168" y="4761611"/>
                  </a:cubicBezTo>
                  <a:cubicBezTo>
                    <a:pt x="1102168" y="4761611"/>
                    <a:pt x="1102168" y="4761611"/>
                    <a:pt x="1403666" y="5454396"/>
                  </a:cubicBezTo>
                  <a:cubicBezTo>
                    <a:pt x="1423224" y="5497576"/>
                    <a:pt x="1423224" y="5552948"/>
                    <a:pt x="1403666" y="5596128"/>
                  </a:cubicBezTo>
                  <a:cubicBezTo>
                    <a:pt x="1403666" y="5596128"/>
                    <a:pt x="1403666" y="5596128"/>
                    <a:pt x="1102168" y="6288913"/>
                  </a:cubicBezTo>
                  <a:cubicBezTo>
                    <a:pt x="1084007" y="6333744"/>
                    <a:pt x="1047685" y="6361557"/>
                    <a:pt x="1009966" y="6361557"/>
                  </a:cubicBezTo>
                  <a:cubicBezTo>
                    <a:pt x="1009966" y="6361557"/>
                    <a:pt x="1009966" y="6361557"/>
                    <a:pt x="408368" y="6361557"/>
                  </a:cubicBezTo>
                  <a:cubicBezTo>
                    <a:pt x="369379" y="6361557"/>
                    <a:pt x="334327" y="6333871"/>
                    <a:pt x="314769" y="6288913"/>
                  </a:cubicBezTo>
                  <a:cubicBezTo>
                    <a:pt x="314769" y="6288913"/>
                    <a:pt x="314769" y="6288913"/>
                    <a:pt x="14668" y="5596128"/>
                  </a:cubicBezTo>
                  <a:cubicBezTo>
                    <a:pt x="-4890" y="5552948"/>
                    <a:pt x="-4890" y="5497576"/>
                    <a:pt x="14668" y="5454396"/>
                  </a:cubicBezTo>
                  <a:cubicBezTo>
                    <a:pt x="14668" y="5454396"/>
                    <a:pt x="14668" y="5454396"/>
                    <a:pt x="314769" y="4761611"/>
                  </a:cubicBezTo>
                  <a:cubicBezTo>
                    <a:pt x="334327" y="4716780"/>
                    <a:pt x="369252" y="4688967"/>
                    <a:pt x="408368" y="4688967"/>
                  </a:cubicBezTo>
                  <a:close/>
                  <a:moveTo>
                    <a:pt x="2799014" y="855218"/>
                  </a:moveTo>
                  <a:cubicBezTo>
                    <a:pt x="2799014" y="855218"/>
                    <a:pt x="2799014" y="855218"/>
                    <a:pt x="3108386" y="855218"/>
                  </a:cubicBezTo>
                  <a:lnTo>
                    <a:pt x="3144454" y="855218"/>
                  </a:lnTo>
                  <a:lnTo>
                    <a:pt x="3178871" y="934339"/>
                  </a:lnTo>
                  <a:cubicBezTo>
                    <a:pt x="3226877" y="1044575"/>
                    <a:pt x="3282630" y="1172718"/>
                    <a:pt x="3347527" y="1321943"/>
                  </a:cubicBezTo>
                  <a:cubicBezTo>
                    <a:pt x="3377372" y="1388110"/>
                    <a:pt x="3377372" y="1472819"/>
                    <a:pt x="3347527" y="1538859"/>
                  </a:cubicBezTo>
                  <a:cubicBezTo>
                    <a:pt x="3347527" y="1538859"/>
                    <a:pt x="3347527" y="1538859"/>
                    <a:pt x="2885882" y="2599817"/>
                  </a:cubicBezTo>
                  <a:cubicBezTo>
                    <a:pt x="2857942" y="2668651"/>
                    <a:pt x="2802317" y="2710942"/>
                    <a:pt x="2744658" y="2710942"/>
                  </a:cubicBezTo>
                  <a:cubicBezTo>
                    <a:pt x="2744658" y="2710942"/>
                    <a:pt x="2744658" y="2710942"/>
                    <a:pt x="1823401" y="2710942"/>
                  </a:cubicBezTo>
                  <a:cubicBezTo>
                    <a:pt x="1808415" y="2710942"/>
                    <a:pt x="1793937" y="2708275"/>
                    <a:pt x="1779967" y="2703195"/>
                  </a:cubicBezTo>
                  <a:lnTo>
                    <a:pt x="1750122" y="2686558"/>
                  </a:lnTo>
                  <a:lnTo>
                    <a:pt x="1768410" y="2644394"/>
                  </a:lnTo>
                  <a:cubicBezTo>
                    <a:pt x="1933256" y="2263902"/>
                    <a:pt x="2144203" y="1776984"/>
                    <a:pt x="2414332" y="1153541"/>
                  </a:cubicBezTo>
                  <a:cubicBezTo>
                    <a:pt x="2494469" y="968756"/>
                    <a:pt x="2638741" y="855091"/>
                    <a:pt x="2799141" y="855091"/>
                  </a:cubicBezTo>
                  <a:lnTo>
                    <a:pt x="2799014" y="855091"/>
                  </a:lnTo>
                  <a:close/>
                  <a:moveTo>
                    <a:pt x="1768791" y="0"/>
                  </a:moveTo>
                  <a:cubicBezTo>
                    <a:pt x="1768791" y="0"/>
                    <a:pt x="1768791" y="0"/>
                    <a:pt x="2808032" y="0"/>
                  </a:cubicBezTo>
                  <a:cubicBezTo>
                    <a:pt x="2873183" y="0"/>
                    <a:pt x="2935921" y="47752"/>
                    <a:pt x="2967417" y="125349"/>
                  </a:cubicBezTo>
                  <a:cubicBezTo>
                    <a:pt x="2967417" y="125349"/>
                    <a:pt x="2967417" y="125349"/>
                    <a:pt x="3246689" y="767334"/>
                  </a:cubicBezTo>
                  <a:lnTo>
                    <a:pt x="3278185" y="839851"/>
                  </a:lnTo>
                  <a:lnTo>
                    <a:pt x="3253293" y="839851"/>
                  </a:lnTo>
                  <a:lnTo>
                    <a:pt x="3135945" y="839851"/>
                  </a:lnTo>
                  <a:lnTo>
                    <a:pt x="3084891" y="722630"/>
                  </a:lnTo>
                  <a:cubicBezTo>
                    <a:pt x="2890200" y="275082"/>
                    <a:pt x="2890200" y="275082"/>
                    <a:pt x="2890200" y="275082"/>
                  </a:cubicBezTo>
                  <a:cubicBezTo>
                    <a:pt x="2862260" y="206248"/>
                    <a:pt x="2806634" y="163957"/>
                    <a:pt x="2748976" y="163957"/>
                  </a:cubicBezTo>
                  <a:cubicBezTo>
                    <a:pt x="1827719" y="163957"/>
                    <a:pt x="1827719" y="163957"/>
                    <a:pt x="1827719" y="163957"/>
                  </a:cubicBezTo>
                  <a:cubicBezTo>
                    <a:pt x="1768029" y="163957"/>
                    <a:pt x="1714308" y="206248"/>
                    <a:pt x="1684463" y="275082"/>
                  </a:cubicBezTo>
                  <a:cubicBezTo>
                    <a:pt x="1224723" y="1336040"/>
                    <a:pt x="1224723" y="1336040"/>
                    <a:pt x="1224723" y="1336040"/>
                  </a:cubicBezTo>
                  <a:cubicBezTo>
                    <a:pt x="1194878" y="1402207"/>
                    <a:pt x="1194878" y="1486916"/>
                    <a:pt x="1224723" y="1552956"/>
                  </a:cubicBezTo>
                  <a:cubicBezTo>
                    <a:pt x="1684336" y="2613914"/>
                    <a:pt x="1684336" y="2613914"/>
                    <a:pt x="1684336" y="2613914"/>
                  </a:cubicBezTo>
                  <a:cubicBezTo>
                    <a:pt x="1699322" y="2648331"/>
                    <a:pt x="1720150" y="2676144"/>
                    <a:pt x="1744788" y="2695321"/>
                  </a:cubicBezTo>
                  <a:lnTo>
                    <a:pt x="1751773" y="2699258"/>
                  </a:lnTo>
                  <a:lnTo>
                    <a:pt x="1714308" y="2785745"/>
                  </a:lnTo>
                  <a:lnTo>
                    <a:pt x="1686368" y="2850134"/>
                  </a:lnTo>
                  <a:lnTo>
                    <a:pt x="1715324" y="2866390"/>
                  </a:lnTo>
                  <a:cubicBezTo>
                    <a:pt x="1731072" y="2872105"/>
                    <a:pt x="1747455" y="2875026"/>
                    <a:pt x="1764219" y="2875026"/>
                  </a:cubicBezTo>
                  <a:cubicBezTo>
                    <a:pt x="2803460" y="2875026"/>
                    <a:pt x="2803460" y="2875026"/>
                    <a:pt x="2803460" y="2875026"/>
                  </a:cubicBezTo>
                  <a:cubicBezTo>
                    <a:pt x="2868610" y="2875026"/>
                    <a:pt x="2931348" y="2827274"/>
                    <a:pt x="2962845" y="2749677"/>
                  </a:cubicBezTo>
                  <a:cubicBezTo>
                    <a:pt x="3483544" y="1552956"/>
                    <a:pt x="3483544" y="1552956"/>
                    <a:pt x="3483544" y="1552956"/>
                  </a:cubicBezTo>
                  <a:cubicBezTo>
                    <a:pt x="3517199" y="1478407"/>
                    <a:pt x="3517199" y="1382776"/>
                    <a:pt x="3483544" y="1308227"/>
                  </a:cubicBezTo>
                  <a:cubicBezTo>
                    <a:pt x="3418393" y="1158621"/>
                    <a:pt x="3361497" y="1027684"/>
                    <a:pt x="3311586" y="913257"/>
                  </a:cubicBezTo>
                  <a:lnTo>
                    <a:pt x="3286440" y="855472"/>
                  </a:lnTo>
                  <a:lnTo>
                    <a:pt x="3403026" y="855472"/>
                  </a:lnTo>
                  <a:cubicBezTo>
                    <a:pt x="3765484" y="855472"/>
                    <a:pt x="4345493" y="855472"/>
                    <a:pt x="5273354" y="855472"/>
                  </a:cubicBezTo>
                  <a:cubicBezTo>
                    <a:pt x="5428294" y="855472"/>
                    <a:pt x="5578027" y="969137"/>
                    <a:pt x="5652830" y="1153922"/>
                  </a:cubicBezTo>
                  <a:cubicBezTo>
                    <a:pt x="5652830" y="1153922"/>
                    <a:pt x="5652830" y="1153922"/>
                    <a:pt x="6892857" y="4003548"/>
                  </a:cubicBezTo>
                  <a:cubicBezTo>
                    <a:pt x="6972994" y="4181222"/>
                    <a:pt x="6972994" y="4408678"/>
                    <a:pt x="6892857" y="4586224"/>
                  </a:cubicBezTo>
                  <a:cubicBezTo>
                    <a:pt x="6892857" y="4586224"/>
                    <a:pt x="6892857" y="4586224"/>
                    <a:pt x="5652830" y="7435851"/>
                  </a:cubicBezTo>
                  <a:cubicBezTo>
                    <a:pt x="5578027" y="7620636"/>
                    <a:pt x="5428421" y="7734301"/>
                    <a:pt x="5273354" y="7734301"/>
                  </a:cubicBezTo>
                  <a:cubicBezTo>
                    <a:pt x="5273354" y="7734301"/>
                    <a:pt x="5273354" y="7734301"/>
                    <a:pt x="2798760" y="7734301"/>
                  </a:cubicBezTo>
                  <a:cubicBezTo>
                    <a:pt x="2638360" y="7734301"/>
                    <a:pt x="2494088" y="7620636"/>
                    <a:pt x="2413951" y="7435851"/>
                  </a:cubicBezTo>
                  <a:cubicBezTo>
                    <a:pt x="2413951" y="7435851"/>
                    <a:pt x="2413951" y="7435851"/>
                    <a:pt x="1179257" y="4586224"/>
                  </a:cubicBezTo>
                  <a:cubicBezTo>
                    <a:pt x="1099120" y="4408551"/>
                    <a:pt x="1099120" y="4181094"/>
                    <a:pt x="1179257" y="4003548"/>
                  </a:cubicBezTo>
                  <a:cubicBezTo>
                    <a:pt x="1179257" y="4003548"/>
                    <a:pt x="1179257" y="4003548"/>
                    <a:pt x="1637727" y="2945511"/>
                  </a:cubicBezTo>
                  <a:lnTo>
                    <a:pt x="1676462" y="2856230"/>
                  </a:lnTo>
                  <a:lnTo>
                    <a:pt x="1675192" y="2855468"/>
                  </a:lnTo>
                  <a:cubicBezTo>
                    <a:pt x="1647379" y="2833878"/>
                    <a:pt x="1623884" y="2802509"/>
                    <a:pt x="1606993" y="2763774"/>
                  </a:cubicBezTo>
                  <a:cubicBezTo>
                    <a:pt x="1606993" y="2763774"/>
                    <a:pt x="1606993" y="2763774"/>
                    <a:pt x="1088579" y="1567053"/>
                  </a:cubicBezTo>
                  <a:cubicBezTo>
                    <a:pt x="1054924" y="1492504"/>
                    <a:pt x="1054924" y="1396873"/>
                    <a:pt x="1088579" y="1322324"/>
                  </a:cubicBezTo>
                  <a:cubicBezTo>
                    <a:pt x="1088579" y="1322324"/>
                    <a:pt x="1088579" y="1322324"/>
                    <a:pt x="1606993" y="125603"/>
                  </a:cubicBezTo>
                  <a:cubicBezTo>
                    <a:pt x="1640902" y="47752"/>
                    <a:pt x="1701354" y="0"/>
                    <a:pt x="1768791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06564" y="2565236"/>
            <a:ext cx="4805267" cy="5138299"/>
            <a:chOff x="0" y="0"/>
            <a:chExt cx="6407023" cy="68510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4950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485165" y="1277283"/>
            <a:ext cx="6957908" cy="7732452"/>
            <a:chOff x="0" y="0"/>
            <a:chExt cx="6957911" cy="77324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7952" cy="7732390"/>
            </a:xfrm>
            <a:custGeom>
              <a:avLst/>
              <a:gdLst/>
              <a:ahLst/>
              <a:cxnLst/>
              <a:rect l="l" t="t" r="r" b="b"/>
              <a:pathLst>
                <a:path w="6957952" h="7732390">
                  <a:moveTo>
                    <a:pt x="0" y="7732390"/>
                  </a:moveTo>
                  <a:lnTo>
                    <a:pt x="6957952" y="7732390"/>
                  </a:lnTo>
                  <a:lnTo>
                    <a:pt x="6957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659526" y="730635"/>
            <a:ext cx="12347038" cy="103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8138" y="2542896"/>
            <a:ext cx="13589814" cy="659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345"/>
              </a:lnSpc>
              <a:buFont typeface="Arial" panose="020B0604020202020204" pitchFamily="34" charset="0"/>
              <a:buChar char="•"/>
            </a:pPr>
          </a:p>
          <a:p>
            <a:r>
              <a:rPr sz="3104" b="1">
                <a:latin typeface="Times New Roman MT Bold"/>
              </a:rPr>
              <a:t>Problem Statement ID – </a:t>
            </a:r>
            <a:r>
              <a:rPr sz="3104" b="1">
                <a:solidFill>
                  <a:srgbClr val="0284C7"/>
                </a:solidFill>
                <a:latin typeface="Times New Roman MT Bold"/>
              </a:rPr>
              <a:t>SIH26188</a:t>
            </a:r>
          </a:p>
          <a:p>
            <a:r>
              <a:rPr sz="3104" b="1">
                <a:latin typeface="Times New Roman MT Bold"/>
              </a:rPr>
              <a:t>Organization – </a:t>
            </a:r>
            <a:r>
              <a:rPr sz="3104" b="1">
                <a:solidFill>
                  <a:srgbClr val="0284C7"/>
                </a:solidFill>
                <a:latin typeface="Times New Roman MT Bold"/>
              </a:rPr>
              <a:t>Ministry of Home Affairs (MHA)</a:t>
            </a:r>
          </a:p>
          <a:p>
            <a:r>
              <a:rPr sz="3104" b="1">
                <a:latin typeface="Times New Roman MT Bold"/>
              </a:rPr>
              <a:t>Problem Statement Title- </a:t>
            </a:r>
            <a:r>
              <a:rPr sz="3104" b="0">
                <a:latin typeface="Times New Roman MT Bold"/>
              </a:rPr>
              <a:t>AI-Based Fake Identity &amp; Document Screening System</a:t>
            </a:r>
          </a:p>
          <a:p>
            <a:r>
              <a:rPr sz="3104" b="1">
                <a:latin typeface="Times New Roman MT Bold"/>
              </a:rPr>
              <a:t>Theme- </a:t>
            </a:r>
            <a:r>
              <a:rPr sz="3104" b="0">
                <a:latin typeface="Times New Roman MT Bold"/>
              </a:rPr>
              <a:t>BLOCKCHAIN &amp; CYBERSECURITY</a:t>
            </a:r>
          </a:p>
          <a:p>
            <a:r>
              <a:rPr sz="3104" b="1">
                <a:latin typeface="Times New Roman MT Bold"/>
              </a:rPr>
              <a:t>PS Category- </a:t>
            </a:r>
            <a:r>
              <a:rPr sz="3104" b="0">
                <a:latin typeface="Times New Roman MT Bold"/>
              </a:rPr>
              <a:t>Software</a:t>
            </a:r>
          </a:p>
          <a:p>
            <a:r>
              <a:rPr sz="3104" b="1">
                <a:latin typeface="Times New Roman MT Bold"/>
              </a:rPr>
              <a:t>Team ID- </a:t>
            </a:r>
            <a:r>
              <a:rPr sz="3104" b="1">
                <a:solidFill>
                  <a:srgbClr val="0284C7"/>
                </a:solidFill>
                <a:latin typeface="Times New Roman MT Bold"/>
              </a:rPr>
              <a:t>161860</a:t>
            </a:r>
          </a:p>
          <a:p>
            <a:r>
              <a:rPr sz="3104" b="1">
                <a:latin typeface="Times New Roman MT Bold"/>
              </a:rPr>
              <a:t>Team Name - </a:t>
            </a:r>
            <a:r>
              <a:rPr sz="3104" b="1">
                <a:solidFill>
                  <a:srgbClr val="0284C7"/>
                </a:solidFill>
                <a:latin typeface="Times New Roman MT Bold"/>
              </a:rPr>
              <a:t>NEX ERA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162659"/>
            <a:ext cx="137855" cy="38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8064A2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853752C-F742-4690-89A7-1DAFC5AB3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8236" y="663586"/>
            <a:ext cx="2768919" cy="1246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35992" y="1028700"/>
            <a:ext cx="9458325" cy="9013774"/>
            <a:chOff x="0" y="0"/>
            <a:chExt cx="12611100" cy="12018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11100" cy="12018366"/>
            </a:xfrm>
            <a:custGeom>
              <a:avLst/>
              <a:gdLst/>
              <a:ahLst/>
              <a:cxnLst/>
              <a:rect l="l" t="t" r="r" b="b"/>
              <a:pathLst>
                <a:path w="12611100" h="12018366">
                  <a:moveTo>
                    <a:pt x="0" y="0"/>
                  </a:moveTo>
                  <a:lnTo>
                    <a:pt x="12611100" y="0"/>
                  </a:lnTo>
                  <a:lnTo>
                    <a:pt x="12611100" y="12018366"/>
                  </a:lnTo>
                  <a:lnTo>
                    <a:pt x="0" y="1201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65" b="-246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2163" y="5068382"/>
            <a:ext cx="5830091" cy="2693668"/>
            <a:chOff x="0" y="0"/>
            <a:chExt cx="5830100" cy="2693661"/>
          </a:xfrm>
        </p:grpSpPr>
        <p:sp>
          <p:nvSpPr>
            <p:cNvPr id="7" name="Freeform 7"/>
            <p:cNvSpPr/>
            <p:nvPr/>
          </p:nvSpPr>
          <p:spPr>
            <a:xfrm>
              <a:off x="63500" y="78014"/>
              <a:ext cx="5703068" cy="1691501"/>
            </a:xfrm>
            <a:custGeom>
              <a:avLst/>
              <a:gdLst/>
              <a:ahLst/>
              <a:cxnLst/>
              <a:rect l="l" t="t" r="r" b="b"/>
              <a:pathLst>
                <a:path w="5703068" h="1691501">
                  <a:moveTo>
                    <a:pt x="478664" y="0"/>
                  </a:moveTo>
                  <a:cubicBezTo>
                    <a:pt x="250190" y="0"/>
                    <a:pt x="137541" y="13106"/>
                    <a:pt x="74168" y="90964"/>
                  </a:cubicBezTo>
                  <a:cubicBezTo>
                    <a:pt x="64516" y="102823"/>
                    <a:pt x="56007" y="116241"/>
                    <a:pt x="48641" y="131220"/>
                  </a:cubicBezTo>
                  <a:cubicBezTo>
                    <a:pt x="7620" y="214695"/>
                    <a:pt x="0" y="350283"/>
                    <a:pt x="0" y="587914"/>
                  </a:cubicBezTo>
                  <a:lnTo>
                    <a:pt x="0" y="1003729"/>
                  </a:lnTo>
                  <a:cubicBezTo>
                    <a:pt x="0" y="1284423"/>
                    <a:pt x="10668" y="1422820"/>
                    <a:pt x="74041" y="1500678"/>
                  </a:cubicBezTo>
                  <a:cubicBezTo>
                    <a:pt x="88138" y="1517997"/>
                    <a:pt x="104648" y="1532040"/>
                    <a:pt x="124333" y="1543586"/>
                  </a:cubicBezTo>
                  <a:cubicBezTo>
                    <a:pt x="124333" y="1543586"/>
                    <a:pt x="124460" y="1543586"/>
                    <a:pt x="124460" y="1543742"/>
                  </a:cubicBezTo>
                  <a:lnTo>
                    <a:pt x="294640" y="1643132"/>
                  </a:lnTo>
                  <a:lnTo>
                    <a:pt x="294767" y="1643288"/>
                  </a:lnTo>
                  <a:lnTo>
                    <a:pt x="294894" y="1643444"/>
                  </a:lnTo>
                  <a:cubicBezTo>
                    <a:pt x="363855" y="1683543"/>
                    <a:pt x="471425" y="1691501"/>
                    <a:pt x="648971" y="1691501"/>
                  </a:cubicBezTo>
                  <a:lnTo>
                    <a:pt x="5224405" y="1691501"/>
                  </a:lnTo>
                  <a:cubicBezTo>
                    <a:pt x="5452878" y="1691501"/>
                    <a:pt x="5565527" y="1678394"/>
                    <a:pt x="5628900" y="1600380"/>
                  </a:cubicBezTo>
                  <a:cubicBezTo>
                    <a:pt x="5692146" y="1522678"/>
                    <a:pt x="5702941" y="1384593"/>
                    <a:pt x="5703068" y="1104835"/>
                  </a:cubicBezTo>
                  <a:lnTo>
                    <a:pt x="5703068" y="687460"/>
                  </a:lnTo>
                  <a:cubicBezTo>
                    <a:pt x="5703068" y="406765"/>
                    <a:pt x="5692400" y="268368"/>
                    <a:pt x="5628900" y="190510"/>
                  </a:cubicBezTo>
                  <a:cubicBezTo>
                    <a:pt x="5614803" y="173191"/>
                    <a:pt x="5598166" y="158993"/>
                    <a:pt x="5578481" y="147447"/>
                  </a:cubicBezTo>
                  <a:lnTo>
                    <a:pt x="5578354" y="147291"/>
                  </a:lnTo>
                  <a:lnTo>
                    <a:pt x="5407412" y="48057"/>
                  </a:lnTo>
                  <a:lnTo>
                    <a:pt x="5407285" y="47901"/>
                  </a:lnTo>
                  <a:cubicBezTo>
                    <a:pt x="5338324" y="7957"/>
                    <a:pt x="5230755" y="0"/>
                    <a:pt x="50533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2390" y="88936"/>
              <a:ext cx="5514219" cy="1569799"/>
            </a:xfrm>
            <a:custGeom>
              <a:avLst/>
              <a:gdLst/>
              <a:ahLst/>
              <a:cxnLst/>
              <a:rect l="l" t="t" r="r" b="b"/>
              <a:pathLst>
                <a:path w="5514219" h="1569799">
                  <a:moveTo>
                    <a:pt x="5044445" y="0"/>
                  </a:moveTo>
                  <a:cubicBezTo>
                    <a:pt x="5480056" y="0"/>
                    <a:pt x="5514219" y="41816"/>
                    <a:pt x="5514219" y="576992"/>
                  </a:cubicBezTo>
                  <a:lnTo>
                    <a:pt x="5514219" y="992807"/>
                  </a:lnTo>
                  <a:cubicBezTo>
                    <a:pt x="5514219" y="1527983"/>
                    <a:pt x="5480183" y="1569799"/>
                    <a:pt x="5044445" y="1569799"/>
                  </a:cubicBezTo>
                  <a:lnTo>
                    <a:pt x="469774" y="1569799"/>
                  </a:lnTo>
                  <a:cubicBezTo>
                    <a:pt x="34163" y="1569799"/>
                    <a:pt x="0" y="1527983"/>
                    <a:pt x="0" y="992807"/>
                  </a:cubicBezTo>
                  <a:lnTo>
                    <a:pt x="0" y="576992"/>
                  </a:lnTo>
                  <a:cubicBezTo>
                    <a:pt x="0" y="41816"/>
                    <a:pt x="34036" y="0"/>
                    <a:pt x="469774" y="0"/>
                  </a:cubicBezTo>
                  <a:lnTo>
                    <a:pt x="5044445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294" y="81291"/>
              <a:ext cx="5526411" cy="1585089"/>
            </a:xfrm>
            <a:custGeom>
              <a:avLst/>
              <a:gdLst/>
              <a:ahLst/>
              <a:cxnLst/>
              <a:rect l="l" t="t" r="r" b="b"/>
              <a:pathLst>
                <a:path w="5526411" h="1585089">
                  <a:moveTo>
                    <a:pt x="5050541" y="156"/>
                  </a:moveTo>
                  <a:cubicBezTo>
                    <a:pt x="5489581" y="156"/>
                    <a:pt x="5526411" y="45404"/>
                    <a:pt x="5526411" y="584793"/>
                  </a:cubicBezTo>
                  <a:lnTo>
                    <a:pt x="5520315" y="584793"/>
                  </a:lnTo>
                  <a:lnTo>
                    <a:pt x="5526411" y="584793"/>
                  </a:lnTo>
                  <a:lnTo>
                    <a:pt x="5526411" y="1000452"/>
                  </a:lnTo>
                  <a:lnTo>
                    <a:pt x="5520315" y="1000452"/>
                  </a:lnTo>
                  <a:lnTo>
                    <a:pt x="5526411" y="1000452"/>
                  </a:lnTo>
                  <a:cubicBezTo>
                    <a:pt x="5526411" y="1539841"/>
                    <a:pt x="5489581" y="1585089"/>
                    <a:pt x="5050541" y="1585089"/>
                  </a:cubicBezTo>
                  <a:lnTo>
                    <a:pt x="5050541" y="1577600"/>
                  </a:lnTo>
                  <a:lnTo>
                    <a:pt x="5050541" y="1585089"/>
                  </a:lnTo>
                  <a:lnTo>
                    <a:pt x="475870" y="1585089"/>
                  </a:lnTo>
                  <a:lnTo>
                    <a:pt x="475870" y="1577600"/>
                  </a:lnTo>
                  <a:lnTo>
                    <a:pt x="475870" y="1585089"/>
                  </a:lnTo>
                  <a:cubicBezTo>
                    <a:pt x="36830" y="1585089"/>
                    <a:pt x="0" y="1539841"/>
                    <a:pt x="0" y="1000452"/>
                  </a:cubicBezTo>
                  <a:lnTo>
                    <a:pt x="6096" y="1000452"/>
                  </a:lnTo>
                  <a:lnTo>
                    <a:pt x="0" y="1000452"/>
                  </a:lnTo>
                  <a:lnTo>
                    <a:pt x="0" y="584637"/>
                  </a:lnTo>
                  <a:lnTo>
                    <a:pt x="6096" y="584637"/>
                  </a:lnTo>
                  <a:lnTo>
                    <a:pt x="0" y="584637"/>
                  </a:lnTo>
                  <a:cubicBezTo>
                    <a:pt x="0" y="45248"/>
                    <a:pt x="36830" y="0"/>
                    <a:pt x="475870" y="0"/>
                  </a:cubicBezTo>
                  <a:lnTo>
                    <a:pt x="475870" y="7645"/>
                  </a:lnTo>
                  <a:lnTo>
                    <a:pt x="475870" y="156"/>
                  </a:lnTo>
                  <a:lnTo>
                    <a:pt x="5050541" y="156"/>
                  </a:lnTo>
                  <a:lnTo>
                    <a:pt x="5050541" y="7645"/>
                  </a:lnTo>
                  <a:lnTo>
                    <a:pt x="5050541" y="156"/>
                  </a:lnTo>
                  <a:moveTo>
                    <a:pt x="5050541" y="15290"/>
                  </a:moveTo>
                  <a:lnTo>
                    <a:pt x="475870" y="15290"/>
                  </a:lnTo>
                  <a:cubicBezTo>
                    <a:pt x="43688" y="15290"/>
                    <a:pt x="12319" y="53829"/>
                    <a:pt x="12319" y="584793"/>
                  </a:cubicBezTo>
                  <a:lnTo>
                    <a:pt x="12319" y="1000452"/>
                  </a:lnTo>
                  <a:cubicBezTo>
                    <a:pt x="12319" y="1531415"/>
                    <a:pt x="43688" y="1569954"/>
                    <a:pt x="475870" y="1569954"/>
                  </a:cubicBezTo>
                  <a:lnTo>
                    <a:pt x="5050541" y="1569954"/>
                  </a:lnTo>
                  <a:cubicBezTo>
                    <a:pt x="5482723" y="1569954"/>
                    <a:pt x="5514092" y="1531415"/>
                    <a:pt x="5514092" y="1000452"/>
                  </a:cubicBezTo>
                  <a:lnTo>
                    <a:pt x="5514092" y="584637"/>
                  </a:lnTo>
                  <a:cubicBezTo>
                    <a:pt x="5514092" y="53673"/>
                    <a:pt x="5482723" y="15134"/>
                    <a:pt x="5050541" y="1513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1299558"/>
              <a:ext cx="4826260" cy="1316253"/>
            </a:xfrm>
            <a:custGeom>
              <a:avLst/>
              <a:gdLst/>
              <a:ahLst/>
              <a:cxnLst/>
              <a:rect l="l" t="t" r="r" b="b"/>
              <a:pathLst>
                <a:path w="4826260" h="1316253">
                  <a:moveTo>
                    <a:pt x="0" y="156"/>
                  </a:moveTo>
                  <a:lnTo>
                    <a:pt x="0" y="1172863"/>
                  </a:lnTo>
                  <a:cubicBezTo>
                    <a:pt x="8382" y="1180665"/>
                    <a:pt x="17653" y="1187374"/>
                    <a:pt x="27813" y="1193303"/>
                  </a:cubicBezTo>
                  <a:cubicBezTo>
                    <a:pt x="27813" y="1193303"/>
                    <a:pt x="27940" y="1193303"/>
                    <a:pt x="27940" y="1193459"/>
                  </a:cubicBezTo>
                  <a:lnTo>
                    <a:pt x="174371" y="1278962"/>
                  </a:lnTo>
                  <a:lnTo>
                    <a:pt x="174498" y="1279118"/>
                  </a:lnTo>
                  <a:lnTo>
                    <a:pt x="174625" y="1279275"/>
                  </a:lnTo>
                  <a:cubicBezTo>
                    <a:pt x="210693" y="1300338"/>
                    <a:pt x="259207" y="1311104"/>
                    <a:pt x="326009" y="1316253"/>
                  </a:cubicBezTo>
                  <a:lnTo>
                    <a:pt x="4570100" y="1316253"/>
                  </a:lnTo>
                  <a:cubicBezTo>
                    <a:pt x="4668398" y="1308608"/>
                    <a:pt x="4726945" y="1288948"/>
                    <a:pt x="4764918" y="1242296"/>
                  </a:cubicBezTo>
                  <a:cubicBezTo>
                    <a:pt x="4805431" y="1192523"/>
                    <a:pt x="4820926" y="1114197"/>
                    <a:pt x="4826260" y="978452"/>
                  </a:cubicBezTo>
                  <a:lnTo>
                    <a:pt x="4826260" y="292709"/>
                  </a:lnTo>
                  <a:cubicBezTo>
                    <a:pt x="4820926" y="156964"/>
                    <a:pt x="4805431" y="78638"/>
                    <a:pt x="4764918" y="28865"/>
                  </a:cubicBezTo>
                  <a:cubicBezTo>
                    <a:pt x="4755901" y="17787"/>
                    <a:pt x="4745741" y="8269"/>
                    <a:pt x="473418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3500" y="1299714"/>
              <a:ext cx="4673732" cy="1225289"/>
            </a:xfrm>
            <a:custGeom>
              <a:avLst/>
              <a:gdLst/>
              <a:ahLst/>
              <a:cxnLst/>
              <a:rect l="l" t="t" r="r" b="b"/>
              <a:pathLst>
                <a:path w="4673732" h="1225289">
                  <a:moveTo>
                    <a:pt x="0" y="0"/>
                  </a:moveTo>
                  <a:lnTo>
                    <a:pt x="0" y="1160849"/>
                  </a:lnTo>
                  <a:cubicBezTo>
                    <a:pt x="56261" y="1217331"/>
                    <a:pt x="156210" y="1225289"/>
                    <a:pt x="332740" y="1225289"/>
                  </a:cubicBezTo>
                  <a:lnTo>
                    <a:pt x="4269491" y="1225289"/>
                  </a:lnTo>
                  <a:cubicBezTo>
                    <a:pt x="4644395" y="1225289"/>
                    <a:pt x="4673732" y="1189246"/>
                    <a:pt x="4673732" y="728651"/>
                  </a:cubicBezTo>
                  <a:lnTo>
                    <a:pt x="4673732" y="370879"/>
                  </a:lnTo>
                  <a:cubicBezTo>
                    <a:pt x="4673732" y="188950"/>
                    <a:pt x="4669160" y="73333"/>
                    <a:pt x="4640585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0" y="1299714"/>
              <a:ext cx="4678939" cy="1231686"/>
            </a:xfrm>
            <a:custGeom>
              <a:avLst/>
              <a:gdLst/>
              <a:ahLst/>
              <a:cxnLst/>
              <a:rect l="l" t="t" r="r" b="b"/>
              <a:pathLst>
                <a:path w="4678939" h="1231686">
                  <a:moveTo>
                    <a:pt x="4634616" y="0"/>
                  </a:moveTo>
                  <a:cubicBezTo>
                    <a:pt x="4663953" y="72085"/>
                    <a:pt x="4668271" y="187234"/>
                    <a:pt x="4668271" y="370879"/>
                  </a:cubicBezTo>
                  <a:lnTo>
                    <a:pt x="4668271" y="728651"/>
                  </a:lnTo>
                  <a:cubicBezTo>
                    <a:pt x="4668271" y="1185658"/>
                    <a:pt x="4641347" y="1218735"/>
                    <a:pt x="4269363" y="1218735"/>
                  </a:cubicBezTo>
                  <a:lnTo>
                    <a:pt x="332740" y="1218735"/>
                  </a:lnTo>
                  <a:cubicBezTo>
                    <a:pt x="153797" y="1218735"/>
                    <a:pt x="54737" y="1211090"/>
                    <a:pt x="0" y="1152267"/>
                  </a:cubicBezTo>
                  <a:lnTo>
                    <a:pt x="0" y="1168962"/>
                  </a:lnTo>
                  <a:cubicBezTo>
                    <a:pt x="57912" y="1223416"/>
                    <a:pt x="158496" y="1231686"/>
                    <a:pt x="332740" y="1231686"/>
                  </a:cubicBezTo>
                  <a:lnTo>
                    <a:pt x="4269491" y="1231686"/>
                  </a:lnTo>
                  <a:cubicBezTo>
                    <a:pt x="4647316" y="1231686"/>
                    <a:pt x="4678939" y="1192679"/>
                    <a:pt x="4678939" y="728651"/>
                  </a:cubicBezTo>
                  <a:lnTo>
                    <a:pt x="4678939" y="370879"/>
                  </a:lnTo>
                  <a:cubicBezTo>
                    <a:pt x="4678939" y="190666"/>
                    <a:pt x="4674113" y="74581"/>
                    <a:pt x="464617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15542" y="3235474"/>
            <a:ext cx="6745847" cy="1806293"/>
            <a:chOff x="63500" y="63500"/>
            <a:chExt cx="6549641" cy="1581147"/>
          </a:xfrm>
        </p:grpSpPr>
        <p:sp>
          <p:nvSpPr>
            <p:cNvPr id="14" name="Freeform 14"/>
            <p:cNvSpPr/>
            <p:nvPr/>
          </p:nvSpPr>
          <p:spPr>
            <a:xfrm>
              <a:off x="63500" y="63500"/>
              <a:ext cx="6549641" cy="1581147"/>
            </a:xfrm>
            <a:custGeom>
              <a:avLst/>
              <a:gdLst/>
              <a:ahLst/>
              <a:cxnLst/>
              <a:rect l="l" t="t" r="r" b="b"/>
              <a:pathLst>
                <a:path w="6549641" h="1581147">
                  <a:moveTo>
                    <a:pt x="549656" y="0"/>
                  </a:moveTo>
                  <a:cubicBezTo>
                    <a:pt x="287274" y="0"/>
                    <a:pt x="157861" y="12319"/>
                    <a:pt x="85090" y="85090"/>
                  </a:cubicBezTo>
                  <a:cubicBezTo>
                    <a:pt x="73914" y="96266"/>
                    <a:pt x="64262" y="108712"/>
                    <a:pt x="55753" y="122809"/>
                  </a:cubicBezTo>
                  <a:cubicBezTo>
                    <a:pt x="8763" y="200660"/>
                    <a:pt x="0" y="327405"/>
                    <a:pt x="0" y="549655"/>
                  </a:cubicBezTo>
                  <a:lnTo>
                    <a:pt x="0" y="938274"/>
                  </a:lnTo>
                  <a:cubicBezTo>
                    <a:pt x="0" y="1200656"/>
                    <a:pt x="12319" y="1329941"/>
                    <a:pt x="85090" y="1402839"/>
                  </a:cubicBezTo>
                  <a:cubicBezTo>
                    <a:pt x="101219" y="1418968"/>
                    <a:pt x="120269" y="1432176"/>
                    <a:pt x="142748" y="1442971"/>
                  </a:cubicBezTo>
                  <a:cubicBezTo>
                    <a:pt x="142875" y="1442971"/>
                    <a:pt x="142875" y="1443098"/>
                    <a:pt x="143002" y="1443098"/>
                  </a:cubicBezTo>
                  <a:lnTo>
                    <a:pt x="338455" y="1535935"/>
                  </a:lnTo>
                  <a:lnTo>
                    <a:pt x="338709" y="1536062"/>
                  </a:lnTo>
                  <a:lnTo>
                    <a:pt x="338963" y="1536189"/>
                  </a:lnTo>
                  <a:cubicBezTo>
                    <a:pt x="417703" y="1573527"/>
                    <a:pt x="540639" y="1581020"/>
                    <a:pt x="743076" y="1581147"/>
                  </a:cubicBezTo>
                  <a:lnTo>
                    <a:pt x="6002525" y="1581147"/>
                  </a:lnTo>
                  <a:cubicBezTo>
                    <a:pt x="6263255" y="1581020"/>
                    <a:pt x="6392033" y="1568574"/>
                    <a:pt x="6464550" y="1496057"/>
                  </a:cubicBezTo>
                  <a:cubicBezTo>
                    <a:pt x="6537321" y="1423286"/>
                    <a:pt x="6549641" y="1293874"/>
                    <a:pt x="6549641" y="1031492"/>
                  </a:cubicBezTo>
                  <a:lnTo>
                    <a:pt x="6549641" y="642619"/>
                  </a:lnTo>
                  <a:cubicBezTo>
                    <a:pt x="6549641" y="380237"/>
                    <a:pt x="6537321" y="250824"/>
                    <a:pt x="6464550" y="178053"/>
                  </a:cubicBezTo>
                  <a:cubicBezTo>
                    <a:pt x="6448294" y="161798"/>
                    <a:pt x="6429244" y="148590"/>
                    <a:pt x="6406638" y="137922"/>
                  </a:cubicBezTo>
                  <a:lnTo>
                    <a:pt x="6406384" y="137795"/>
                  </a:lnTo>
                  <a:lnTo>
                    <a:pt x="6210042" y="44958"/>
                  </a:lnTo>
                  <a:lnTo>
                    <a:pt x="6209788" y="44831"/>
                  </a:lnTo>
                  <a:cubicBezTo>
                    <a:pt x="6130668" y="7366"/>
                    <a:pt x="6007224" y="0"/>
                    <a:pt x="58033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73660" y="73660"/>
              <a:ext cx="6332724" cy="1467355"/>
            </a:xfrm>
            <a:custGeom>
              <a:avLst/>
              <a:gdLst/>
              <a:ahLst/>
              <a:cxnLst/>
              <a:rect l="l" t="t" r="r" b="b"/>
              <a:pathLst>
                <a:path w="6332724" h="1467355">
                  <a:moveTo>
                    <a:pt x="5793228" y="0"/>
                  </a:moveTo>
                  <a:cubicBezTo>
                    <a:pt x="6293481" y="0"/>
                    <a:pt x="6332724" y="39116"/>
                    <a:pt x="6332724" y="539368"/>
                  </a:cubicBezTo>
                  <a:lnTo>
                    <a:pt x="6332724" y="927987"/>
                  </a:lnTo>
                  <a:cubicBezTo>
                    <a:pt x="6332724" y="1428239"/>
                    <a:pt x="6293608" y="1467355"/>
                    <a:pt x="5793228" y="1467355"/>
                  </a:cubicBezTo>
                  <a:lnTo>
                    <a:pt x="539496" y="1467355"/>
                  </a:lnTo>
                  <a:cubicBezTo>
                    <a:pt x="39243" y="1467355"/>
                    <a:pt x="0" y="1428239"/>
                    <a:pt x="0" y="927987"/>
                  </a:cubicBezTo>
                  <a:lnTo>
                    <a:pt x="0" y="539495"/>
                  </a:lnTo>
                  <a:cubicBezTo>
                    <a:pt x="0" y="39243"/>
                    <a:pt x="39243" y="0"/>
                    <a:pt x="539496" y="0"/>
                  </a:cubicBezTo>
                  <a:lnTo>
                    <a:pt x="5793228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r>
                <a:rPr lang="en-US" sz="2550" b="1" dirty="0">
                  <a:solidFill>
                    <a:srgbClr val="F9DC8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Why important:</a:t>
              </a:r>
              <a:r>
                <a:rPr lang="en-US" sz="2550" b="1" dirty="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India faces massive financial losses yearly from surging vishing and Deepfake scams, leaving systems vulnerable to identity theft due to weak voice verification.</a:t>
              </a:r>
            </a:p>
            <a:p>
              <a:endParaRPr lang="en-IN" dirty="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6675" y="66675"/>
              <a:ext cx="6346694" cy="1481579"/>
            </a:xfrm>
            <a:custGeom>
              <a:avLst/>
              <a:gdLst/>
              <a:ahLst/>
              <a:cxnLst/>
              <a:rect l="l" t="t" r="r" b="b"/>
              <a:pathLst>
                <a:path w="6346694" h="1481579">
                  <a:moveTo>
                    <a:pt x="5800213" y="0"/>
                  </a:moveTo>
                  <a:cubicBezTo>
                    <a:pt x="6304403" y="0"/>
                    <a:pt x="6346694" y="42291"/>
                    <a:pt x="6346694" y="546480"/>
                  </a:cubicBezTo>
                  <a:lnTo>
                    <a:pt x="6339582" y="546480"/>
                  </a:lnTo>
                  <a:lnTo>
                    <a:pt x="6346694" y="546480"/>
                  </a:lnTo>
                  <a:lnTo>
                    <a:pt x="6346694" y="935099"/>
                  </a:lnTo>
                  <a:lnTo>
                    <a:pt x="6339582" y="935099"/>
                  </a:lnTo>
                  <a:lnTo>
                    <a:pt x="6346694" y="935099"/>
                  </a:lnTo>
                  <a:cubicBezTo>
                    <a:pt x="6346694" y="1439288"/>
                    <a:pt x="6304403" y="1481579"/>
                    <a:pt x="5800213" y="1481579"/>
                  </a:cubicBezTo>
                  <a:lnTo>
                    <a:pt x="5800213" y="1474467"/>
                  </a:lnTo>
                  <a:lnTo>
                    <a:pt x="5800213" y="1481579"/>
                  </a:lnTo>
                  <a:lnTo>
                    <a:pt x="546481" y="1481579"/>
                  </a:lnTo>
                  <a:lnTo>
                    <a:pt x="546481" y="1474467"/>
                  </a:lnTo>
                  <a:lnTo>
                    <a:pt x="546481" y="1481579"/>
                  </a:lnTo>
                  <a:cubicBezTo>
                    <a:pt x="42291" y="1481579"/>
                    <a:pt x="0" y="1439288"/>
                    <a:pt x="0" y="935099"/>
                  </a:cubicBezTo>
                  <a:lnTo>
                    <a:pt x="6985" y="935099"/>
                  </a:lnTo>
                  <a:lnTo>
                    <a:pt x="0" y="935099"/>
                  </a:lnTo>
                  <a:lnTo>
                    <a:pt x="0" y="546480"/>
                  </a:lnTo>
                  <a:lnTo>
                    <a:pt x="6985" y="546480"/>
                  </a:lnTo>
                  <a:lnTo>
                    <a:pt x="0" y="546480"/>
                  </a:lnTo>
                  <a:cubicBezTo>
                    <a:pt x="0" y="42291"/>
                    <a:pt x="42291" y="0"/>
                    <a:pt x="546481" y="0"/>
                  </a:cubicBezTo>
                  <a:lnTo>
                    <a:pt x="546481" y="6985"/>
                  </a:lnTo>
                  <a:lnTo>
                    <a:pt x="546481" y="0"/>
                  </a:lnTo>
                  <a:lnTo>
                    <a:pt x="5800213" y="0"/>
                  </a:lnTo>
                  <a:lnTo>
                    <a:pt x="5800213" y="6985"/>
                  </a:lnTo>
                  <a:lnTo>
                    <a:pt x="5800213" y="0"/>
                  </a:lnTo>
                  <a:moveTo>
                    <a:pt x="5800213" y="14097"/>
                  </a:moveTo>
                  <a:lnTo>
                    <a:pt x="546481" y="14097"/>
                  </a:lnTo>
                  <a:cubicBezTo>
                    <a:pt x="50038" y="14097"/>
                    <a:pt x="14097" y="50038"/>
                    <a:pt x="14097" y="546480"/>
                  </a:cubicBezTo>
                  <a:lnTo>
                    <a:pt x="14097" y="935099"/>
                  </a:lnTo>
                  <a:cubicBezTo>
                    <a:pt x="14097" y="1431541"/>
                    <a:pt x="50038" y="1467482"/>
                    <a:pt x="546481" y="1467482"/>
                  </a:cubicBezTo>
                  <a:lnTo>
                    <a:pt x="5800213" y="1467482"/>
                  </a:lnTo>
                  <a:cubicBezTo>
                    <a:pt x="6296656" y="1467482"/>
                    <a:pt x="6332597" y="1431541"/>
                    <a:pt x="6332597" y="935099"/>
                  </a:cubicBezTo>
                  <a:lnTo>
                    <a:pt x="6332597" y="546480"/>
                  </a:lnTo>
                  <a:cubicBezTo>
                    <a:pt x="6332597" y="50038"/>
                    <a:pt x="6296656" y="14097"/>
                    <a:pt x="5800213" y="140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83184" y="1382387"/>
            <a:ext cx="7228475" cy="1841202"/>
            <a:chOff x="0" y="0"/>
            <a:chExt cx="7228472" cy="1841208"/>
          </a:xfrm>
        </p:grpSpPr>
        <p:sp>
          <p:nvSpPr>
            <p:cNvPr id="18" name="Freeform 18"/>
            <p:cNvSpPr/>
            <p:nvPr/>
          </p:nvSpPr>
          <p:spPr>
            <a:xfrm>
              <a:off x="63500" y="63500"/>
              <a:ext cx="7101581" cy="1714251"/>
            </a:xfrm>
            <a:custGeom>
              <a:avLst/>
              <a:gdLst/>
              <a:ahLst/>
              <a:cxnLst/>
              <a:rect l="l" t="t" r="r" b="b"/>
              <a:pathLst>
                <a:path w="7101581" h="1714251">
                  <a:moveTo>
                    <a:pt x="596011" y="0"/>
                  </a:moveTo>
                  <a:cubicBezTo>
                    <a:pt x="311531" y="0"/>
                    <a:pt x="171323" y="13335"/>
                    <a:pt x="92329" y="92329"/>
                  </a:cubicBezTo>
                  <a:cubicBezTo>
                    <a:pt x="80264" y="104395"/>
                    <a:pt x="69723" y="117984"/>
                    <a:pt x="60452" y="133224"/>
                  </a:cubicBezTo>
                  <a:cubicBezTo>
                    <a:pt x="9525" y="217552"/>
                    <a:pt x="0" y="354966"/>
                    <a:pt x="0" y="595886"/>
                  </a:cubicBezTo>
                  <a:lnTo>
                    <a:pt x="0" y="1017400"/>
                  </a:lnTo>
                  <a:cubicBezTo>
                    <a:pt x="0" y="1301881"/>
                    <a:pt x="13335" y="1442090"/>
                    <a:pt x="92329" y="1521084"/>
                  </a:cubicBezTo>
                  <a:cubicBezTo>
                    <a:pt x="109855" y="1538610"/>
                    <a:pt x="130429" y="1552961"/>
                    <a:pt x="154940" y="1564518"/>
                  </a:cubicBezTo>
                  <a:cubicBezTo>
                    <a:pt x="155067" y="1564518"/>
                    <a:pt x="155067" y="1564645"/>
                    <a:pt x="155194" y="1564645"/>
                  </a:cubicBezTo>
                  <a:lnTo>
                    <a:pt x="367157" y="1665356"/>
                  </a:lnTo>
                  <a:lnTo>
                    <a:pt x="367411" y="1665483"/>
                  </a:lnTo>
                  <a:lnTo>
                    <a:pt x="367665" y="1665610"/>
                  </a:lnTo>
                  <a:cubicBezTo>
                    <a:pt x="453517" y="1706251"/>
                    <a:pt x="587501" y="1714251"/>
                    <a:pt x="808608" y="1714251"/>
                  </a:cubicBezTo>
                  <a:lnTo>
                    <a:pt x="6505443" y="1714251"/>
                  </a:lnTo>
                  <a:cubicBezTo>
                    <a:pt x="6789924" y="1714251"/>
                    <a:pt x="6930258" y="1700917"/>
                    <a:pt x="7009252" y="1621922"/>
                  </a:cubicBezTo>
                  <a:cubicBezTo>
                    <a:pt x="7087991" y="1543182"/>
                    <a:pt x="7101453" y="1403481"/>
                    <a:pt x="7101580" y="1120525"/>
                  </a:cubicBezTo>
                  <a:lnTo>
                    <a:pt x="7101580" y="695073"/>
                  </a:lnTo>
                  <a:cubicBezTo>
                    <a:pt x="7101580" y="411608"/>
                    <a:pt x="7088119" y="271781"/>
                    <a:pt x="7009252" y="192914"/>
                  </a:cubicBezTo>
                  <a:cubicBezTo>
                    <a:pt x="6991726" y="175388"/>
                    <a:pt x="6971025" y="161037"/>
                    <a:pt x="6946387" y="149353"/>
                  </a:cubicBezTo>
                  <a:lnTo>
                    <a:pt x="6946133" y="149226"/>
                  </a:lnTo>
                  <a:lnTo>
                    <a:pt x="6733281" y="48641"/>
                  </a:lnTo>
                  <a:lnTo>
                    <a:pt x="6733027" y="48514"/>
                  </a:lnTo>
                  <a:cubicBezTo>
                    <a:pt x="6647302" y="8001"/>
                    <a:pt x="6513317" y="0"/>
                    <a:pt x="629233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74549" y="74549"/>
              <a:ext cx="6866124" cy="1591188"/>
            </a:xfrm>
            <a:custGeom>
              <a:avLst/>
              <a:gdLst/>
              <a:ahLst/>
              <a:cxnLst/>
              <a:rect l="l" t="t" r="r" b="b"/>
              <a:pathLst>
                <a:path w="6866124" h="1591188">
                  <a:moveTo>
                    <a:pt x="6281288" y="0"/>
                  </a:moveTo>
                  <a:cubicBezTo>
                    <a:pt x="6823705" y="0"/>
                    <a:pt x="6866123" y="42418"/>
                    <a:pt x="6866123" y="584837"/>
                  </a:cubicBezTo>
                  <a:lnTo>
                    <a:pt x="6866123" y="1006351"/>
                  </a:lnTo>
                  <a:cubicBezTo>
                    <a:pt x="6866123" y="1548770"/>
                    <a:pt x="6823705" y="1591188"/>
                    <a:pt x="6281288" y="1591188"/>
                  </a:cubicBezTo>
                  <a:lnTo>
                    <a:pt x="584962" y="1591188"/>
                  </a:lnTo>
                  <a:cubicBezTo>
                    <a:pt x="42545" y="1591188"/>
                    <a:pt x="0" y="1548770"/>
                    <a:pt x="0" y="1006351"/>
                  </a:cubicBezTo>
                  <a:lnTo>
                    <a:pt x="0" y="584837"/>
                  </a:lnTo>
                  <a:cubicBezTo>
                    <a:pt x="0" y="42418"/>
                    <a:pt x="42418" y="0"/>
                    <a:pt x="584962" y="0"/>
                  </a:cubicBezTo>
                  <a:lnTo>
                    <a:pt x="6281288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6929" y="66929"/>
              <a:ext cx="6881490" cy="1606555"/>
            </a:xfrm>
            <a:custGeom>
              <a:avLst/>
              <a:gdLst/>
              <a:ahLst/>
              <a:cxnLst/>
              <a:rect l="l" t="t" r="r" b="b"/>
              <a:pathLst>
                <a:path w="6881490" h="1606555">
                  <a:moveTo>
                    <a:pt x="6288908" y="0"/>
                  </a:moveTo>
                  <a:cubicBezTo>
                    <a:pt x="6835516" y="0"/>
                    <a:pt x="6881490" y="45847"/>
                    <a:pt x="6881490" y="592584"/>
                  </a:cubicBezTo>
                  <a:lnTo>
                    <a:pt x="6873871" y="592584"/>
                  </a:lnTo>
                  <a:lnTo>
                    <a:pt x="6881490" y="592584"/>
                  </a:lnTo>
                  <a:lnTo>
                    <a:pt x="6881490" y="1013971"/>
                  </a:lnTo>
                  <a:lnTo>
                    <a:pt x="6873871" y="1013971"/>
                  </a:lnTo>
                  <a:lnTo>
                    <a:pt x="6881490" y="1013971"/>
                  </a:lnTo>
                  <a:cubicBezTo>
                    <a:pt x="6881490" y="1560581"/>
                    <a:pt x="6835643" y="1606555"/>
                    <a:pt x="6288908" y="1606555"/>
                  </a:cubicBezTo>
                  <a:lnTo>
                    <a:pt x="6288908" y="1598935"/>
                  </a:lnTo>
                  <a:lnTo>
                    <a:pt x="6288908" y="1606555"/>
                  </a:lnTo>
                  <a:lnTo>
                    <a:pt x="592582" y="1606555"/>
                  </a:lnTo>
                  <a:lnTo>
                    <a:pt x="592582" y="1598935"/>
                  </a:lnTo>
                  <a:lnTo>
                    <a:pt x="592582" y="1606555"/>
                  </a:lnTo>
                  <a:cubicBezTo>
                    <a:pt x="45974" y="1606555"/>
                    <a:pt x="0" y="1560708"/>
                    <a:pt x="0" y="1013971"/>
                  </a:cubicBezTo>
                  <a:lnTo>
                    <a:pt x="7620" y="1013971"/>
                  </a:lnTo>
                  <a:lnTo>
                    <a:pt x="0" y="1013971"/>
                  </a:lnTo>
                  <a:lnTo>
                    <a:pt x="0" y="592457"/>
                  </a:lnTo>
                  <a:lnTo>
                    <a:pt x="7620" y="592457"/>
                  </a:lnTo>
                  <a:lnTo>
                    <a:pt x="0" y="592457"/>
                  </a:lnTo>
                  <a:cubicBezTo>
                    <a:pt x="0" y="45847"/>
                    <a:pt x="45847" y="0"/>
                    <a:pt x="592582" y="0"/>
                  </a:cubicBezTo>
                  <a:lnTo>
                    <a:pt x="592582" y="7620"/>
                  </a:lnTo>
                  <a:lnTo>
                    <a:pt x="592582" y="0"/>
                  </a:lnTo>
                  <a:lnTo>
                    <a:pt x="6288908" y="0"/>
                  </a:lnTo>
                  <a:lnTo>
                    <a:pt x="6288908" y="7620"/>
                  </a:lnTo>
                  <a:lnTo>
                    <a:pt x="6288908" y="0"/>
                  </a:lnTo>
                  <a:moveTo>
                    <a:pt x="6288908" y="15240"/>
                  </a:moveTo>
                  <a:lnTo>
                    <a:pt x="592582" y="15240"/>
                  </a:lnTo>
                  <a:cubicBezTo>
                    <a:pt x="54356" y="15240"/>
                    <a:pt x="15240" y="54356"/>
                    <a:pt x="15240" y="592457"/>
                  </a:cubicBezTo>
                  <a:lnTo>
                    <a:pt x="15240" y="1013971"/>
                  </a:lnTo>
                  <a:cubicBezTo>
                    <a:pt x="15240" y="1552199"/>
                    <a:pt x="54229" y="1591188"/>
                    <a:pt x="592455" y="1591188"/>
                  </a:cubicBezTo>
                  <a:lnTo>
                    <a:pt x="6288908" y="1591188"/>
                  </a:lnTo>
                  <a:cubicBezTo>
                    <a:pt x="6827134" y="1591188"/>
                    <a:pt x="6866123" y="1552199"/>
                    <a:pt x="6866123" y="1013971"/>
                  </a:cubicBezTo>
                  <a:lnTo>
                    <a:pt x="6866123" y="592457"/>
                  </a:lnTo>
                  <a:cubicBezTo>
                    <a:pt x="6866123" y="54229"/>
                    <a:pt x="6827134" y="15240"/>
                    <a:pt x="6288908" y="152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857130" y="1532200"/>
            <a:ext cx="3277156" cy="1030961"/>
            <a:chOff x="0" y="0"/>
            <a:chExt cx="3171546" cy="860425"/>
          </a:xfrm>
        </p:grpSpPr>
        <p:sp>
          <p:nvSpPr>
            <p:cNvPr id="22" name="Freeform 22"/>
            <p:cNvSpPr/>
            <p:nvPr/>
          </p:nvSpPr>
          <p:spPr>
            <a:xfrm>
              <a:off x="63500" y="63500"/>
              <a:ext cx="3044697" cy="733298"/>
            </a:xfrm>
            <a:custGeom>
              <a:avLst/>
              <a:gdLst/>
              <a:ahLst/>
              <a:cxnLst/>
              <a:rect l="l" t="t" r="r" b="b"/>
              <a:pathLst>
                <a:path w="3044697" h="733298">
                  <a:moveTo>
                    <a:pt x="255524" y="0"/>
                  </a:moveTo>
                  <a:cubicBezTo>
                    <a:pt x="133604" y="0"/>
                    <a:pt x="73406" y="5715"/>
                    <a:pt x="39624" y="39497"/>
                  </a:cubicBezTo>
                  <a:cubicBezTo>
                    <a:pt x="34417" y="44704"/>
                    <a:pt x="29972" y="50419"/>
                    <a:pt x="26035" y="57023"/>
                  </a:cubicBezTo>
                  <a:cubicBezTo>
                    <a:pt x="4064" y="93218"/>
                    <a:pt x="0" y="152146"/>
                    <a:pt x="0" y="255524"/>
                  </a:cubicBezTo>
                  <a:lnTo>
                    <a:pt x="0" y="436118"/>
                  </a:lnTo>
                  <a:cubicBezTo>
                    <a:pt x="0" y="558038"/>
                    <a:pt x="5715" y="618236"/>
                    <a:pt x="39497" y="652018"/>
                  </a:cubicBezTo>
                  <a:cubicBezTo>
                    <a:pt x="46990" y="659511"/>
                    <a:pt x="55880" y="665607"/>
                    <a:pt x="66294" y="670687"/>
                  </a:cubicBezTo>
                  <a:cubicBezTo>
                    <a:pt x="66294" y="670687"/>
                    <a:pt x="66421" y="670687"/>
                    <a:pt x="66421" y="670687"/>
                  </a:cubicBezTo>
                  <a:lnTo>
                    <a:pt x="157226" y="713867"/>
                  </a:lnTo>
                  <a:lnTo>
                    <a:pt x="157353" y="713867"/>
                  </a:lnTo>
                  <a:lnTo>
                    <a:pt x="157480" y="713867"/>
                  </a:lnTo>
                  <a:cubicBezTo>
                    <a:pt x="182245" y="725551"/>
                    <a:pt x="216281" y="731012"/>
                    <a:pt x="264668" y="733298"/>
                  </a:cubicBezTo>
                  <a:lnTo>
                    <a:pt x="2870961" y="733298"/>
                  </a:lnTo>
                  <a:cubicBezTo>
                    <a:pt x="2940049" y="729996"/>
                    <a:pt x="2979800" y="720471"/>
                    <a:pt x="3005073" y="695198"/>
                  </a:cubicBezTo>
                  <a:cubicBezTo>
                    <a:pt x="3038982" y="661289"/>
                    <a:pt x="3044697" y="601218"/>
                    <a:pt x="3044697" y="479298"/>
                  </a:cubicBezTo>
                  <a:lnTo>
                    <a:pt x="3044697" y="298704"/>
                  </a:lnTo>
                  <a:cubicBezTo>
                    <a:pt x="3044697" y="176784"/>
                    <a:pt x="3038982" y="116586"/>
                    <a:pt x="3005073" y="82804"/>
                  </a:cubicBezTo>
                  <a:cubicBezTo>
                    <a:pt x="2997580" y="75311"/>
                    <a:pt x="2988690" y="69088"/>
                    <a:pt x="2978149" y="64135"/>
                  </a:cubicBezTo>
                  <a:lnTo>
                    <a:pt x="2978022" y="64135"/>
                  </a:lnTo>
                  <a:lnTo>
                    <a:pt x="2886709" y="20955"/>
                  </a:lnTo>
                  <a:lnTo>
                    <a:pt x="2886582" y="20955"/>
                  </a:lnTo>
                  <a:cubicBezTo>
                    <a:pt x="2849752" y="3429"/>
                    <a:pt x="2792348" y="0"/>
                    <a:pt x="269760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68325" y="68199"/>
              <a:ext cx="2943606" cy="682117"/>
            </a:xfrm>
            <a:custGeom>
              <a:avLst/>
              <a:gdLst/>
              <a:ahLst/>
              <a:cxnLst/>
              <a:rect l="l" t="t" r="r" b="b"/>
              <a:pathLst>
                <a:path w="2943606" h="682117">
                  <a:moveTo>
                    <a:pt x="2692908" y="0"/>
                  </a:moveTo>
                  <a:cubicBezTo>
                    <a:pt x="2925445" y="0"/>
                    <a:pt x="2943606" y="18161"/>
                    <a:pt x="2943606" y="250698"/>
                  </a:cubicBezTo>
                  <a:lnTo>
                    <a:pt x="2943606" y="431419"/>
                  </a:lnTo>
                  <a:cubicBezTo>
                    <a:pt x="2943606" y="663956"/>
                    <a:pt x="2925445" y="682117"/>
                    <a:pt x="2692908" y="682117"/>
                  </a:cubicBezTo>
                  <a:lnTo>
                    <a:pt x="250699" y="682117"/>
                  </a:lnTo>
                  <a:cubicBezTo>
                    <a:pt x="18162" y="682117"/>
                    <a:pt x="1" y="663956"/>
                    <a:pt x="1" y="431419"/>
                  </a:cubicBezTo>
                  <a:lnTo>
                    <a:pt x="1" y="250825"/>
                  </a:lnTo>
                  <a:cubicBezTo>
                    <a:pt x="-126" y="18288"/>
                    <a:pt x="18162" y="0"/>
                    <a:pt x="250699" y="0"/>
                  </a:cubicBezTo>
                  <a:lnTo>
                    <a:pt x="2692908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65024" y="65024"/>
              <a:ext cx="2950209" cy="688594"/>
            </a:xfrm>
            <a:custGeom>
              <a:avLst/>
              <a:gdLst/>
              <a:ahLst/>
              <a:cxnLst/>
              <a:rect l="l" t="t" r="r" b="b"/>
              <a:pathLst>
                <a:path w="2950209" h="688594">
                  <a:moveTo>
                    <a:pt x="2696209" y="0"/>
                  </a:moveTo>
                  <a:cubicBezTo>
                    <a:pt x="2930524" y="0"/>
                    <a:pt x="2950209" y="19685"/>
                    <a:pt x="2950209" y="254000"/>
                  </a:cubicBezTo>
                  <a:lnTo>
                    <a:pt x="2946907" y="254000"/>
                  </a:lnTo>
                  <a:lnTo>
                    <a:pt x="2950209" y="254000"/>
                  </a:lnTo>
                  <a:lnTo>
                    <a:pt x="2950209" y="434594"/>
                  </a:lnTo>
                  <a:lnTo>
                    <a:pt x="2946907" y="434594"/>
                  </a:lnTo>
                  <a:lnTo>
                    <a:pt x="2950209" y="434594"/>
                  </a:lnTo>
                  <a:cubicBezTo>
                    <a:pt x="2950209" y="668909"/>
                    <a:pt x="2930524" y="688594"/>
                    <a:pt x="2696209" y="688594"/>
                  </a:cubicBezTo>
                  <a:lnTo>
                    <a:pt x="2696209" y="685292"/>
                  </a:lnTo>
                  <a:lnTo>
                    <a:pt x="2696209" y="688594"/>
                  </a:lnTo>
                  <a:lnTo>
                    <a:pt x="254000" y="688594"/>
                  </a:lnTo>
                  <a:lnTo>
                    <a:pt x="254000" y="685292"/>
                  </a:lnTo>
                  <a:lnTo>
                    <a:pt x="254000" y="688594"/>
                  </a:lnTo>
                  <a:cubicBezTo>
                    <a:pt x="19685" y="688594"/>
                    <a:pt x="0" y="668909"/>
                    <a:pt x="0" y="434594"/>
                  </a:cubicBezTo>
                  <a:lnTo>
                    <a:pt x="3302" y="434594"/>
                  </a:lnTo>
                  <a:lnTo>
                    <a:pt x="0" y="434594"/>
                  </a:lnTo>
                  <a:lnTo>
                    <a:pt x="0" y="254000"/>
                  </a:lnTo>
                  <a:lnTo>
                    <a:pt x="3302" y="254000"/>
                  </a:lnTo>
                  <a:lnTo>
                    <a:pt x="0" y="254000"/>
                  </a:lnTo>
                  <a:cubicBezTo>
                    <a:pt x="0" y="19685"/>
                    <a:pt x="19685" y="0"/>
                    <a:pt x="254000" y="0"/>
                  </a:cubicBezTo>
                  <a:lnTo>
                    <a:pt x="254000" y="3302"/>
                  </a:lnTo>
                  <a:lnTo>
                    <a:pt x="254000" y="0"/>
                  </a:lnTo>
                  <a:lnTo>
                    <a:pt x="2696209" y="0"/>
                  </a:lnTo>
                  <a:lnTo>
                    <a:pt x="2696209" y="3302"/>
                  </a:lnTo>
                  <a:lnTo>
                    <a:pt x="2696209" y="0"/>
                  </a:lnTo>
                  <a:moveTo>
                    <a:pt x="2696209" y="6604"/>
                  </a:moveTo>
                  <a:lnTo>
                    <a:pt x="254000" y="6604"/>
                  </a:lnTo>
                  <a:cubicBezTo>
                    <a:pt x="23241" y="6477"/>
                    <a:pt x="6477" y="23241"/>
                    <a:pt x="6477" y="254000"/>
                  </a:cubicBezTo>
                  <a:lnTo>
                    <a:pt x="6477" y="434594"/>
                  </a:lnTo>
                  <a:cubicBezTo>
                    <a:pt x="6477" y="665353"/>
                    <a:pt x="23241" y="682117"/>
                    <a:pt x="254000" y="682117"/>
                  </a:cubicBezTo>
                  <a:lnTo>
                    <a:pt x="2696209" y="682117"/>
                  </a:lnTo>
                  <a:cubicBezTo>
                    <a:pt x="2926968" y="682117"/>
                    <a:pt x="2943732" y="665353"/>
                    <a:pt x="2943732" y="434594"/>
                  </a:cubicBezTo>
                  <a:lnTo>
                    <a:pt x="2943732" y="254000"/>
                  </a:lnTo>
                  <a:cubicBezTo>
                    <a:pt x="2943732" y="23241"/>
                    <a:pt x="2926968" y="6477"/>
                    <a:pt x="2696209" y="647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1875646" y="3995985"/>
            <a:ext cx="3153051" cy="1045782"/>
            <a:chOff x="0" y="0"/>
            <a:chExt cx="3153054" cy="857453"/>
          </a:xfrm>
        </p:grpSpPr>
        <p:sp>
          <p:nvSpPr>
            <p:cNvPr id="26" name="Freeform 26"/>
            <p:cNvSpPr/>
            <p:nvPr/>
          </p:nvSpPr>
          <p:spPr>
            <a:xfrm>
              <a:off x="63500" y="63500"/>
              <a:ext cx="3026159" cy="730254"/>
            </a:xfrm>
            <a:custGeom>
              <a:avLst/>
              <a:gdLst/>
              <a:ahLst/>
              <a:cxnLst/>
              <a:rect l="l" t="t" r="r" b="b"/>
              <a:pathLst>
                <a:path w="3026159" h="730254">
                  <a:moveTo>
                    <a:pt x="2986789" y="691138"/>
                  </a:moveTo>
                  <a:cubicBezTo>
                    <a:pt x="3020444" y="657483"/>
                    <a:pt x="3026159" y="597793"/>
                    <a:pt x="3026159" y="476507"/>
                  </a:cubicBezTo>
                  <a:lnTo>
                    <a:pt x="3026159" y="296928"/>
                  </a:lnTo>
                  <a:cubicBezTo>
                    <a:pt x="3026159" y="175642"/>
                    <a:pt x="3020444" y="115952"/>
                    <a:pt x="2986789" y="82297"/>
                  </a:cubicBezTo>
                  <a:cubicBezTo>
                    <a:pt x="2979296" y="74804"/>
                    <a:pt x="2970533" y="68708"/>
                    <a:pt x="2959992" y="63755"/>
                  </a:cubicBezTo>
                  <a:lnTo>
                    <a:pt x="2959865" y="63755"/>
                  </a:lnTo>
                  <a:lnTo>
                    <a:pt x="2869187" y="20828"/>
                  </a:lnTo>
                  <a:lnTo>
                    <a:pt x="2869060" y="20828"/>
                  </a:lnTo>
                  <a:cubicBezTo>
                    <a:pt x="2832484" y="3429"/>
                    <a:pt x="2775461" y="0"/>
                    <a:pt x="2681227" y="0"/>
                  </a:cubicBezTo>
                  <a:lnTo>
                    <a:pt x="254000" y="0"/>
                  </a:lnTo>
                  <a:cubicBezTo>
                    <a:pt x="132715" y="0"/>
                    <a:pt x="73025" y="5715"/>
                    <a:pt x="39370" y="39371"/>
                  </a:cubicBezTo>
                  <a:cubicBezTo>
                    <a:pt x="34163" y="44578"/>
                    <a:pt x="29718" y="50293"/>
                    <a:pt x="25781" y="56770"/>
                  </a:cubicBezTo>
                  <a:cubicBezTo>
                    <a:pt x="4064" y="92711"/>
                    <a:pt x="0" y="151258"/>
                    <a:pt x="0" y="254002"/>
                  </a:cubicBezTo>
                  <a:lnTo>
                    <a:pt x="0" y="433454"/>
                  </a:lnTo>
                  <a:cubicBezTo>
                    <a:pt x="0" y="554739"/>
                    <a:pt x="5715" y="614430"/>
                    <a:pt x="39370" y="648085"/>
                  </a:cubicBezTo>
                  <a:cubicBezTo>
                    <a:pt x="46863" y="655578"/>
                    <a:pt x="55626" y="661674"/>
                    <a:pt x="66040" y="666627"/>
                  </a:cubicBezTo>
                  <a:cubicBezTo>
                    <a:pt x="66040" y="666627"/>
                    <a:pt x="66167" y="666627"/>
                    <a:pt x="66167" y="666627"/>
                  </a:cubicBezTo>
                  <a:lnTo>
                    <a:pt x="156464" y="709553"/>
                  </a:lnTo>
                  <a:lnTo>
                    <a:pt x="156591" y="709553"/>
                  </a:lnTo>
                  <a:lnTo>
                    <a:pt x="156718" y="709553"/>
                  </a:lnTo>
                  <a:cubicBezTo>
                    <a:pt x="193294" y="726825"/>
                    <a:pt x="250317" y="730254"/>
                    <a:pt x="344551" y="730254"/>
                  </a:cubicBezTo>
                  <a:lnTo>
                    <a:pt x="2772032" y="730254"/>
                  </a:lnTo>
                  <a:cubicBezTo>
                    <a:pt x="2893317" y="730254"/>
                    <a:pt x="2953007" y="724539"/>
                    <a:pt x="2986662" y="6908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8325" y="68199"/>
              <a:ext cx="2925576" cy="677930"/>
            </a:xfrm>
            <a:custGeom>
              <a:avLst/>
              <a:gdLst/>
              <a:ahLst/>
              <a:cxnLst/>
              <a:rect l="l" t="t" r="r" b="b"/>
              <a:pathLst>
                <a:path w="2925576" h="677930">
                  <a:moveTo>
                    <a:pt x="2676402" y="0"/>
                  </a:moveTo>
                  <a:cubicBezTo>
                    <a:pt x="2907542" y="0"/>
                    <a:pt x="2925576" y="18034"/>
                    <a:pt x="2925576" y="249176"/>
                  </a:cubicBezTo>
                  <a:lnTo>
                    <a:pt x="2925576" y="428755"/>
                  </a:lnTo>
                  <a:cubicBezTo>
                    <a:pt x="2925576" y="659896"/>
                    <a:pt x="2907542" y="677930"/>
                    <a:pt x="2676402" y="677930"/>
                  </a:cubicBezTo>
                  <a:lnTo>
                    <a:pt x="249175" y="677930"/>
                  </a:lnTo>
                  <a:cubicBezTo>
                    <a:pt x="18035" y="677930"/>
                    <a:pt x="1" y="659896"/>
                    <a:pt x="1" y="428755"/>
                  </a:cubicBezTo>
                  <a:lnTo>
                    <a:pt x="1" y="249303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2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65024" y="64897"/>
              <a:ext cx="2932179" cy="684534"/>
            </a:xfrm>
            <a:custGeom>
              <a:avLst/>
              <a:gdLst/>
              <a:ahLst/>
              <a:cxnLst/>
              <a:rect l="l" t="t" r="r" b="b"/>
              <a:pathLst>
                <a:path w="2932179" h="684534">
                  <a:moveTo>
                    <a:pt x="2679703" y="0"/>
                  </a:moveTo>
                  <a:cubicBezTo>
                    <a:pt x="2912621" y="0"/>
                    <a:pt x="2932179" y="19558"/>
                    <a:pt x="2932179" y="252478"/>
                  </a:cubicBezTo>
                  <a:lnTo>
                    <a:pt x="2928877" y="252478"/>
                  </a:lnTo>
                  <a:lnTo>
                    <a:pt x="2932179" y="252478"/>
                  </a:lnTo>
                  <a:lnTo>
                    <a:pt x="2932179" y="432057"/>
                  </a:lnTo>
                  <a:lnTo>
                    <a:pt x="2928877" y="432057"/>
                  </a:lnTo>
                  <a:lnTo>
                    <a:pt x="2932179" y="432057"/>
                  </a:lnTo>
                  <a:cubicBezTo>
                    <a:pt x="2932179" y="664976"/>
                    <a:pt x="2912621" y="684534"/>
                    <a:pt x="2679703" y="684534"/>
                  </a:cubicBezTo>
                  <a:lnTo>
                    <a:pt x="2679703" y="681232"/>
                  </a:lnTo>
                  <a:lnTo>
                    <a:pt x="2679703" y="684534"/>
                  </a:lnTo>
                  <a:lnTo>
                    <a:pt x="252476" y="684534"/>
                  </a:lnTo>
                  <a:lnTo>
                    <a:pt x="252476" y="681232"/>
                  </a:lnTo>
                  <a:lnTo>
                    <a:pt x="252476" y="684534"/>
                  </a:lnTo>
                  <a:cubicBezTo>
                    <a:pt x="19558" y="684534"/>
                    <a:pt x="0" y="664976"/>
                    <a:pt x="0" y="432057"/>
                  </a:cubicBezTo>
                  <a:lnTo>
                    <a:pt x="3302" y="432057"/>
                  </a:lnTo>
                  <a:lnTo>
                    <a:pt x="0" y="432057"/>
                  </a:lnTo>
                  <a:lnTo>
                    <a:pt x="0" y="252605"/>
                  </a:lnTo>
                  <a:lnTo>
                    <a:pt x="3302" y="252605"/>
                  </a:lnTo>
                  <a:lnTo>
                    <a:pt x="0" y="252605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3" y="0"/>
                  </a:lnTo>
                  <a:lnTo>
                    <a:pt x="2679703" y="3302"/>
                  </a:lnTo>
                  <a:lnTo>
                    <a:pt x="2679703" y="0"/>
                  </a:lnTo>
                  <a:moveTo>
                    <a:pt x="2679703" y="6477"/>
                  </a:moveTo>
                  <a:lnTo>
                    <a:pt x="252476" y="6477"/>
                  </a:lnTo>
                  <a:cubicBezTo>
                    <a:pt x="23114" y="6604"/>
                    <a:pt x="6477" y="23241"/>
                    <a:pt x="6477" y="252605"/>
                  </a:cubicBezTo>
                  <a:lnTo>
                    <a:pt x="6477" y="432057"/>
                  </a:lnTo>
                  <a:cubicBezTo>
                    <a:pt x="6477" y="661420"/>
                    <a:pt x="23114" y="678057"/>
                    <a:pt x="252476" y="678057"/>
                  </a:cubicBezTo>
                  <a:lnTo>
                    <a:pt x="2679703" y="678057"/>
                  </a:lnTo>
                  <a:cubicBezTo>
                    <a:pt x="2909065" y="678057"/>
                    <a:pt x="2925702" y="661420"/>
                    <a:pt x="2925702" y="432057"/>
                  </a:cubicBezTo>
                  <a:lnTo>
                    <a:pt x="2925702" y="252605"/>
                  </a:lnTo>
                  <a:cubicBezTo>
                    <a:pt x="2925702" y="23241"/>
                    <a:pt x="2909065" y="6604"/>
                    <a:pt x="2679703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225236" y="1532201"/>
            <a:ext cx="3126267" cy="857450"/>
            <a:chOff x="0" y="0"/>
            <a:chExt cx="3126270" cy="857453"/>
          </a:xfrm>
        </p:grpSpPr>
        <p:sp>
          <p:nvSpPr>
            <p:cNvPr id="30" name="Freeform 30"/>
            <p:cNvSpPr/>
            <p:nvPr/>
          </p:nvSpPr>
          <p:spPr>
            <a:xfrm>
              <a:off x="63500" y="63500"/>
              <a:ext cx="2999234" cy="730254"/>
            </a:xfrm>
            <a:custGeom>
              <a:avLst/>
              <a:gdLst/>
              <a:ahLst/>
              <a:cxnLst/>
              <a:rect l="l" t="t" r="r" b="b"/>
              <a:pathLst>
                <a:path w="2999234" h="730254">
                  <a:moveTo>
                    <a:pt x="254000" y="0"/>
                  </a:moveTo>
                  <a:cubicBezTo>
                    <a:pt x="132715" y="0"/>
                    <a:pt x="73025" y="5715"/>
                    <a:pt x="39370" y="39371"/>
                  </a:cubicBezTo>
                  <a:cubicBezTo>
                    <a:pt x="34163" y="44578"/>
                    <a:pt x="29718" y="50293"/>
                    <a:pt x="25781" y="56770"/>
                  </a:cubicBezTo>
                  <a:cubicBezTo>
                    <a:pt x="4064" y="92711"/>
                    <a:pt x="0" y="151258"/>
                    <a:pt x="0" y="254002"/>
                  </a:cubicBezTo>
                  <a:lnTo>
                    <a:pt x="0" y="433454"/>
                  </a:lnTo>
                  <a:cubicBezTo>
                    <a:pt x="0" y="554739"/>
                    <a:pt x="5715" y="614430"/>
                    <a:pt x="39370" y="648085"/>
                  </a:cubicBezTo>
                  <a:cubicBezTo>
                    <a:pt x="46863" y="655578"/>
                    <a:pt x="55626" y="661674"/>
                    <a:pt x="66040" y="666627"/>
                  </a:cubicBezTo>
                  <a:cubicBezTo>
                    <a:pt x="66040" y="666627"/>
                    <a:pt x="66167" y="666627"/>
                    <a:pt x="66167" y="666627"/>
                  </a:cubicBezTo>
                  <a:lnTo>
                    <a:pt x="156464" y="709553"/>
                  </a:lnTo>
                  <a:lnTo>
                    <a:pt x="156591" y="709553"/>
                  </a:lnTo>
                  <a:lnTo>
                    <a:pt x="156718" y="709553"/>
                  </a:lnTo>
                  <a:cubicBezTo>
                    <a:pt x="193294" y="726825"/>
                    <a:pt x="250317" y="730254"/>
                    <a:pt x="344551" y="730254"/>
                  </a:cubicBezTo>
                  <a:lnTo>
                    <a:pt x="2772031" y="730254"/>
                  </a:lnTo>
                  <a:cubicBezTo>
                    <a:pt x="2893316" y="730254"/>
                    <a:pt x="2953006" y="724539"/>
                    <a:pt x="2986661" y="690884"/>
                  </a:cubicBezTo>
                  <a:cubicBezTo>
                    <a:pt x="2991360" y="686185"/>
                    <a:pt x="2995551" y="680978"/>
                    <a:pt x="2999234" y="675136"/>
                  </a:cubicBezTo>
                  <a:lnTo>
                    <a:pt x="2999234" y="98045"/>
                  </a:lnTo>
                  <a:cubicBezTo>
                    <a:pt x="2995551" y="92203"/>
                    <a:pt x="2991360" y="86996"/>
                    <a:pt x="2986661" y="82297"/>
                  </a:cubicBezTo>
                  <a:cubicBezTo>
                    <a:pt x="2979168" y="74804"/>
                    <a:pt x="2970405" y="68708"/>
                    <a:pt x="2959864" y="63755"/>
                  </a:cubicBezTo>
                  <a:lnTo>
                    <a:pt x="2959737" y="63755"/>
                  </a:lnTo>
                  <a:lnTo>
                    <a:pt x="2869059" y="20828"/>
                  </a:lnTo>
                  <a:lnTo>
                    <a:pt x="2868932" y="20828"/>
                  </a:lnTo>
                  <a:cubicBezTo>
                    <a:pt x="2832483" y="3429"/>
                    <a:pt x="2775460" y="0"/>
                    <a:pt x="26812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68325" y="68199"/>
              <a:ext cx="2925574" cy="677930"/>
            </a:xfrm>
            <a:custGeom>
              <a:avLst/>
              <a:gdLst/>
              <a:ahLst/>
              <a:cxnLst/>
              <a:rect l="l" t="t" r="r" b="b"/>
              <a:pathLst>
                <a:path w="2925574" h="677930">
                  <a:moveTo>
                    <a:pt x="2676401" y="0"/>
                  </a:moveTo>
                  <a:cubicBezTo>
                    <a:pt x="2907541" y="0"/>
                    <a:pt x="2925575" y="18034"/>
                    <a:pt x="2925575" y="249176"/>
                  </a:cubicBezTo>
                  <a:lnTo>
                    <a:pt x="2925575" y="428755"/>
                  </a:lnTo>
                  <a:cubicBezTo>
                    <a:pt x="2925575" y="659896"/>
                    <a:pt x="2907541" y="677930"/>
                    <a:pt x="2676401" y="677930"/>
                  </a:cubicBezTo>
                  <a:lnTo>
                    <a:pt x="249175" y="677930"/>
                  </a:lnTo>
                  <a:cubicBezTo>
                    <a:pt x="18035" y="677930"/>
                    <a:pt x="1" y="659896"/>
                    <a:pt x="1" y="428755"/>
                  </a:cubicBezTo>
                  <a:lnTo>
                    <a:pt x="1" y="249303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1" y="0"/>
                  </a:lnTo>
                  <a:close/>
                </a:path>
              </a:pathLst>
            </a:custGeom>
            <a:solidFill>
              <a:srgbClr val="4CA626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65024" y="64897"/>
              <a:ext cx="2932178" cy="684534"/>
            </a:xfrm>
            <a:custGeom>
              <a:avLst/>
              <a:gdLst/>
              <a:ahLst/>
              <a:cxnLst/>
              <a:rect l="l" t="t" r="r" b="b"/>
              <a:pathLst>
                <a:path w="2932178" h="684534">
                  <a:moveTo>
                    <a:pt x="2679702" y="0"/>
                  </a:moveTo>
                  <a:cubicBezTo>
                    <a:pt x="2912620" y="0"/>
                    <a:pt x="2932178" y="19558"/>
                    <a:pt x="2932178" y="252478"/>
                  </a:cubicBezTo>
                  <a:lnTo>
                    <a:pt x="2928876" y="252478"/>
                  </a:lnTo>
                  <a:lnTo>
                    <a:pt x="2932178" y="252478"/>
                  </a:lnTo>
                  <a:lnTo>
                    <a:pt x="2932178" y="432057"/>
                  </a:lnTo>
                  <a:lnTo>
                    <a:pt x="2928876" y="432057"/>
                  </a:lnTo>
                  <a:lnTo>
                    <a:pt x="2932178" y="432057"/>
                  </a:lnTo>
                  <a:cubicBezTo>
                    <a:pt x="2932178" y="664976"/>
                    <a:pt x="2912620" y="684534"/>
                    <a:pt x="2679702" y="684534"/>
                  </a:cubicBezTo>
                  <a:lnTo>
                    <a:pt x="2679702" y="681232"/>
                  </a:lnTo>
                  <a:lnTo>
                    <a:pt x="2679702" y="684534"/>
                  </a:lnTo>
                  <a:lnTo>
                    <a:pt x="252476" y="684534"/>
                  </a:lnTo>
                  <a:lnTo>
                    <a:pt x="252476" y="681232"/>
                  </a:lnTo>
                  <a:lnTo>
                    <a:pt x="252476" y="684534"/>
                  </a:lnTo>
                  <a:cubicBezTo>
                    <a:pt x="19558" y="684534"/>
                    <a:pt x="0" y="664976"/>
                    <a:pt x="0" y="432057"/>
                  </a:cubicBezTo>
                  <a:lnTo>
                    <a:pt x="3302" y="432057"/>
                  </a:lnTo>
                  <a:lnTo>
                    <a:pt x="0" y="432057"/>
                  </a:lnTo>
                  <a:lnTo>
                    <a:pt x="0" y="252605"/>
                  </a:lnTo>
                  <a:lnTo>
                    <a:pt x="3302" y="252605"/>
                  </a:lnTo>
                  <a:lnTo>
                    <a:pt x="0" y="252605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2" y="0"/>
                  </a:lnTo>
                  <a:lnTo>
                    <a:pt x="2679702" y="3302"/>
                  </a:lnTo>
                  <a:lnTo>
                    <a:pt x="2679702" y="0"/>
                  </a:lnTo>
                  <a:moveTo>
                    <a:pt x="2679702" y="6477"/>
                  </a:moveTo>
                  <a:lnTo>
                    <a:pt x="252476" y="6477"/>
                  </a:lnTo>
                  <a:cubicBezTo>
                    <a:pt x="23114" y="6604"/>
                    <a:pt x="6477" y="23241"/>
                    <a:pt x="6477" y="252605"/>
                  </a:cubicBezTo>
                  <a:lnTo>
                    <a:pt x="6477" y="432057"/>
                  </a:lnTo>
                  <a:cubicBezTo>
                    <a:pt x="6477" y="661420"/>
                    <a:pt x="23114" y="678057"/>
                    <a:pt x="252476" y="678057"/>
                  </a:cubicBezTo>
                  <a:lnTo>
                    <a:pt x="2679702" y="678057"/>
                  </a:lnTo>
                  <a:cubicBezTo>
                    <a:pt x="2909064" y="678057"/>
                    <a:pt x="2925701" y="661420"/>
                    <a:pt x="2925701" y="432057"/>
                  </a:cubicBezTo>
                  <a:lnTo>
                    <a:pt x="2925701" y="252605"/>
                  </a:lnTo>
                  <a:cubicBezTo>
                    <a:pt x="2925701" y="23241"/>
                    <a:pt x="2909064" y="6604"/>
                    <a:pt x="2679702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5099280" y="4003129"/>
            <a:ext cx="3252224" cy="1038638"/>
            <a:chOff x="0" y="0"/>
            <a:chExt cx="3126270" cy="857453"/>
          </a:xfrm>
        </p:grpSpPr>
        <p:sp>
          <p:nvSpPr>
            <p:cNvPr id="34" name="Freeform 34"/>
            <p:cNvSpPr/>
            <p:nvPr/>
          </p:nvSpPr>
          <p:spPr>
            <a:xfrm>
              <a:off x="63500" y="63500"/>
              <a:ext cx="2999234" cy="730254"/>
            </a:xfrm>
            <a:custGeom>
              <a:avLst/>
              <a:gdLst/>
              <a:ahLst/>
              <a:cxnLst/>
              <a:rect l="l" t="t" r="r" b="b"/>
              <a:pathLst>
                <a:path w="2999234" h="730254">
                  <a:moveTo>
                    <a:pt x="254000" y="0"/>
                  </a:moveTo>
                  <a:cubicBezTo>
                    <a:pt x="132715" y="0"/>
                    <a:pt x="73025" y="5715"/>
                    <a:pt x="39370" y="39371"/>
                  </a:cubicBezTo>
                  <a:cubicBezTo>
                    <a:pt x="34163" y="44578"/>
                    <a:pt x="29718" y="50293"/>
                    <a:pt x="25781" y="56770"/>
                  </a:cubicBezTo>
                  <a:cubicBezTo>
                    <a:pt x="4064" y="92711"/>
                    <a:pt x="0" y="151258"/>
                    <a:pt x="0" y="254002"/>
                  </a:cubicBezTo>
                  <a:lnTo>
                    <a:pt x="0" y="433454"/>
                  </a:lnTo>
                  <a:cubicBezTo>
                    <a:pt x="0" y="554739"/>
                    <a:pt x="5715" y="614430"/>
                    <a:pt x="39370" y="648085"/>
                  </a:cubicBezTo>
                  <a:cubicBezTo>
                    <a:pt x="46863" y="655578"/>
                    <a:pt x="55626" y="661674"/>
                    <a:pt x="66040" y="666627"/>
                  </a:cubicBezTo>
                  <a:cubicBezTo>
                    <a:pt x="66040" y="666627"/>
                    <a:pt x="66167" y="666627"/>
                    <a:pt x="66167" y="666627"/>
                  </a:cubicBezTo>
                  <a:lnTo>
                    <a:pt x="156464" y="709553"/>
                  </a:lnTo>
                  <a:lnTo>
                    <a:pt x="156591" y="709553"/>
                  </a:lnTo>
                  <a:lnTo>
                    <a:pt x="156718" y="709553"/>
                  </a:lnTo>
                  <a:cubicBezTo>
                    <a:pt x="193294" y="726825"/>
                    <a:pt x="250317" y="730254"/>
                    <a:pt x="344551" y="730254"/>
                  </a:cubicBezTo>
                  <a:lnTo>
                    <a:pt x="2772031" y="730254"/>
                  </a:lnTo>
                  <a:cubicBezTo>
                    <a:pt x="2893316" y="730254"/>
                    <a:pt x="2953006" y="724539"/>
                    <a:pt x="2986661" y="690884"/>
                  </a:cubicBezTo>
                  <a:cubicBezTo>
                    <a:pt x="2991360" y="686185"/>
                    <a:pt x="2995551" y="680978"/>
                    <a:pt x="2999234" y="675136"/>
                  </a:cubicBezTo>
                  <a:lnTo>
                    <a:pt x="2999234" y="98045"/>
                  </a:lnTo>
                  <a:cubicBezTo>
                    <a:pt x="2995551" y="92203"/>
                    <a:pt x="2991360" y="86996"/>
                    <a:pt x="2986661" y="82297"/>
                  </a:cubicBezTo>
                  <a:cubicBezTo>
                    <a:pt x="2979168" y="74804"/>
                    <a:pt x="2970405" y="68708"/>
                    <a:pt x="2959864" y="63755"/>
                  </a:cubicBezTo>
                  <a:lnTo>
                    <a:pt x="2959737" y="63755"/>
                  </a:lnTo>
                  <a:lnTo>
                    <a:pt x="2869059" y="20828"/>
                  </a:lnTo>
                  <a:lnTo>
                    <a:pt x="2868932" y="20828"/>
                  </a:lnTo>
                  <a:cubicBezTo>
                    <a:pt x="2832483" y="3429"/>
                    <a:pt x="2775460" y="0"/>
                    <a:pt x="26812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68325" y="68199"/>
              <a:ext cx="2925574" cy="677930"/>
            </a:xfrm>
            <a:custGeom>
              <a:avLst/>
              <a:gdLst/>
              <a:ahLst/>
              <a:cxnLst/>
              <a:rect l="l" t="t" r="r" b="b"/>
              <a:pathLst>
                <a:path w="2925574" h="677930">
                  <a:moveTo>
                    <a:pt x="2676401" y="0"/>
                  </a:moveTo>
                  <a:cubicBezTo>
                    <a:pt x="2907541" y="0"/>
                    <a:pt x="2925575" y="18034"/>
                    <a:pt x="2925575" y="249176"/>
                  </a:cubicBezTo>
                  <a:lnTo>
                    <a:pt x="2925575" y="428755"/>
                  </a:lnTo>
                  <a:cubicBezTo>
                    <a:pt x="2925575" y="659896"/>
                    <a:pt x="2907541" y="677930"/>
                    <a:pt x="2676401" y="677930"/>
                  </a:cubicBezTo>
                  <a:lnTo>
                    <a:pt x="249175" y="677930"/>
                  </a:lnTo>
                  <a:cubicBezTo>
                    <a:pt x="18035" y="677930"/>
                    <a:pt x="1" y="659896"/>
                    <a:pt x="1" y="428755"/>
                  </a:cubicBezTo>
                  <a:lnTo>
                    <a:pt x="1" y="249303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1" y="0"/>
                  </a:lnTo>
                  <a:close/>
                </a:path>
              </a:pathLst>
            </a:custGeom>
            <a:solidFill>
              <a:srgbClr val="4CA626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65024" y="64897"/>
              <a:ext cx="2932178" cy="684534"/>
            </a:xfrm>
            <a:custGeom>
              <a:avLst/>
              <a:gdLst/>
              <a:ahLst/>
              <a:cxnLst/>
              <a:rect l="l" t="t" r="r" b="b"/>
              <a:pathLst>
                <a:path w="2932178" h="684534">
                  <a:moveTo>
                    <a:pt x="2679702" y="0"/>
                  </a:moveTo>
                  <a:cubicBezTo>
                    <a:pt x="2912620" y="0"/>
                    <a:pt x="2932178" y="19558"/>
                    <a:pt x="2932178" y="252478"/>
                  </a:cubicBezTo>
                  <a:lnTo>
                    <a:pt x="2928876" y="252478"/>
                  </a:lnTo>
                  <a:lnTo>
                    <a:pt x="2932178" y="252478"/>
                  </a:lnTo>
                  <a:lnTo>
                    <a:pt x="2932178" y="432057"/>
                  </a:lnTo>
                  <a:lnTo>
                    <a:pt x="2928876" y="432057"/>
                  </a:lnTo>
                  <a:lnTo>
                    <a:pt x="2932178" y="432057"/>
                  </a:lnTo>
                  <a:cubicBezTo>
                    <a:pt x="2932178" y="664976"/>
                    <a:pt x="2912620" y="684534"/>
                    <a:pt x="2679702" y="684534"/>
                  </a:cubicBezTo>
                  <a:lnTo>
                    <a:pt x="2679702" y="681232"/>
                  </a:lnTo>
                  <a:lnTo>
                    <a:pt x="2679702" y="684534"/>
                  </a:lnTo>
                  <a:lnTo>
                    <a:pt x="252476" y="684534"/>
                  </a:lnTo>
                  <a:lnTo>
                    <a:pt x="252476" y="681232"/>
                  </a:lnTo>
                  <a:lnTo>
                    <a:pt x="252476" y="684534"/>
                  </a:lnTo>
                  <a:cubicBezTo>
                    <a:pt x="19558" y="684534"/>
                    <a:pt x="0" y="664976"/>
                    <a:pt x="0" y="432057"/>
                  </a:cubicBezTo>
                  <a:lnTo>
                    <a:pt x="3302" y="432057"/>
                  </a:lnTo>
                  <a:lnTo>
                    <a:pt x="0" y="432057"/>
                  </a:lnTo>
                  <a:lnTo>
                    <a:pt x="0" y="252605"/>
                  </a:lnTo>
                  <a:lnTo>
                    <a:pt x="3302" y="252605"/>
                  </a:lnTo>
                  <a:lnTo>
                    <a:pt x="0" y="252605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2" y="0"/>
                  </a:lnTo>
                  <a:lnTo>
                    <a:pt x="2679702" y="3302"/>
                  </a:lnTo>
                  <a:lnTo>
                    <a:pt x="2679702" y="0"/>
                  </a:lnTo>
                  <a:moveTo>
                    <a:pt x="2679702" y="6477"/>
                  </a:moveTo>
                  <a:lnTo>
                    <a:pt x="252476" y="6477"/>
                  </a:lnTo>
                  <a:cubicBezTo>
                    <a:pt x="23114" y="6604"/>
                    <a:pt x="6477" y="23241"/>
                    <a:pt x="6477" y="252605"/>
                  </a:cubicBezTo>
                  <a:lnTo>
                    <a:pt x="6477" y="432057"/>
                  </a:lnTo>
                  <a:cubicBezTo>
                    <a:pt x="6477" y="661420"/>
                    <a:pt x="23114" y="678057"/>
                    <a:pt x="252476" y="678057"/>
                  </a:cubicBezTo>
                  <a:lnTo>
                    <a:pt x="2679702" y="678057"/>
                  </a:lnTo>
                  <a:cubicBezTo>
                    <a:pt x="2909064" y="678057"/>
                    <a:pt x="2925701" y="661420"/>
                    <a:pt x="2925701" y="432057"/>
                  </a:cubicBezTo>
                  <a:lnTo>
                    <a:pt x="2925701" y="252605"/>
                  </a:lnTo>
                  <a:cubicBezTo>
                    <a:pt x="2925701" y="23241"/>
                    <a:pt x="2909064" y="6604"/>
                    <a:pt x="2679702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875646" y="2767670"/>
            <a:ext cx="6475857" cy="1037961"/>
            <a:chOff x="0" y="0"/>
            <a:chExt cx="6475857" cy="869048"/>
          </a:xfrm>
        </p:grpSpPr>
        <p:sp>
          <p:nvSpPr>
            <p:cNvPr id="38" name="Freeform 38"/>
            <p:cNvSpPr/>
            <p:nvPr/>
          </p:nvSpPr>
          <p:spPr>
            <a:xfrm>
              <a:off x="63500" y="75057"/>
              <a:ext cx="3026030" cy="730377"/>
            </a:xfrm>
            <a:custGeom>
              <a:avLst/>
              <a:gdLst/>
              <a:ahLst/>
              <a:cxnLst/>
              <a:rect l="l" t="t" r="r" b="b"/>
              <a:pathLst>
                <a:path w="3026030" h="730377">
                  <a:moveTo>
                    <a:pt x="254000" y="0"/>
                  </a:moveTo>
                  <a:cubicBezTo>
                    <a:pt x="132715" y="0"/>
                    <a:pt x="73025" y="5715"/>
                    <a:pt x="39370" y="39370"/>
                  </a:cubicBezTo>
                  <a:cubicBezTo>
                    <a:pt x="34163" y="44577"/>
                    <a:pt x="29718" y="50292"/>
                    <a:pt x="25781" y="56769"/>
                  </a:cubicBezTo>
                  <a:cubicBezTo>
                    <a:pt x="4064" y="92710"/>
                    <a:pt x="0" y="151257"/>
                    <a:pt x="0" y="254000"/>
                  </a:cubicBezTo>
                  <a:lnTo>
                    <a:pt x="0" y="433578"/>
                  </a:lnTo>
                  <a:cubicBezTo>
                    <a:pt x="0" y="554863"/>
                    <a:pt x="5715" y="614553"/>
                    <a:pt x="39370" y="648208"/>
                  </a:cubicBezTo>
                  <a:cubicBezTo>
                    <a:pt x="46863" y="655701"/>
                    <a:pt x="55626" y="661797"/>
                    <a:pt x="66040" y="666750"/>
                  </a:cubicBezTo>
                  <a:cubicBezTo>
                    <a:pt x="66040" y="666750"/>
                    <a:pt x="66167" y="666750"/>
                    <a:pt x="66167" y="666750"/>
                  </a:cubicBezTo>
                  <a:lnTo>
                    <a:pt x="156464" y="709677"/>
                  </a:lnTo>
                  <a:lnTo>
                    <a:pt x="156591" y="709677"/>
                  </a:lnTo>
                  <a:lnTo>
                    <a:pt x="156718" y="709677"/>
                  </a:lnTo>
                  <a:cubicBezTo>
                    <a:pt x="192913" y="726822"/>
                    <a:pt x="249428" y="730378"/>
                    <a:pt x="342138" y="730378"/>
                  </a:cubicBezTo>
                  <a:lnTo>
                    <a:pt x="2774443" y="730378"/>
                  </a:lnTo>
                  <a:cubicBezTo>
                    <a:pt x="2894077" y="730251"/>
                    <a:pt x="2953259" y="724536"/>
                    <a:pt x="2986661" y="691007"/>
                  </a:cubicBezTo>
                  <a:cubicBezTo>
                    <a:pt x="3020315" y="657352"/>
                    <a:pt x="3026030" y="597662"/>
                    <a:pt x="3026030" y="476377"/>
                  </a:cubicBezTo>
                  <a:lnTo>
                    <a:pt x="3026030" y="296926"/>
                  </a:lnTo>
                  <a:cubicBezTo>
                    <a:pt x="3026030" y="175641"/>
                    <a:pt x="3020315" y="115951"/>
                    <a:pt x="2986661" y="82296"/>
                  </a:cubicBezTo>
                  <a:cubicBezTo>
                    <a:pt x="2979167" y="74803"/>
                    <a:pt x="2970404" y="68707"/>
                    <a:pt x="2959863" y="63754"/>
                  </a:cubicBezTo>
                  <a:lnTo>
                    <a:pt x="2959736" y="63754"/>
                  </a:lnTo>
                  <a:lnTo>
                    <a:pt x="2869058" y="20828"/>
                  </a:lnTo>
                  <a:lnTo>
                    <a:pt x="2868931" y="20828"/>
                  </a:lnTo>
                  <a:cubicBezTo>
                    <a:pt x="2832355" y="3556"/>
                    <a:pt x="2775332" y="127"/>
                    <a:pt x="2681098" y="1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68325" y="79756"/>
              <a:ext cx="2925574" cy="678053"/>
            </a:xfrm>
            <a:custGeom>
              <a:avLst/>
              <a:gdLst/>
              <a:ahLst/>
              <a:cxnLst/>
              <a:rect l="l" t="t" r="r" b="b"/>
              <a:pathLst>
                <a:path w="2925574" h="678053">
                  <a:moveTo>
                    <a:pt x="2676400" y="0"/>
                  </a:moveTo>
                  <a:cubicBezTo>
                    <a:pt x="2907540" y="0"/>
                    <a:pt x="2925574" y="18034"/>
                    <a:pt x="2925574" y="249174"/>
                  </a:cubicBezTo>
                  <a:lnTo>
                    <a:pt x="2925574" y="428879"/>
                  </a:lnTo>
                  <a:cubicBezTo>
                    <a:pt x="2925574" y="660019"/>
                    <a:pt x="2907540" y="678054"/>
                    <a:pt x="2676400" y="678054"/>
                  </a:cubicBezTo>
                  <a:lnTo>
                    <a:pt x="249175" y="678054"/>
                  </a:lnTo>
                  <a:cubicBezTo>
                    <a:pt x="18035" y="678054"/>
                    <a:pt x="1" y="660019"/>
                    <a:pt x="1" y="428879"/>
                  </a:cubicBezTo>
                  <a:lnTo>
                    <a:pt x="1" y="249301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65024" y="76581"/>
              <a:ext cx="2932177" cy="684530"/>
            </a:xfrm>
            <a:custGeom>
              <a:avLst/>
              <a:gdLst/>
              <a:ahLst/>
              <a:cxnLst/>
              <a:rect l="l" t="t" r="r" b="b"/>
              <a:pathLst>
                <a:path w="2932177" h="684530">
                  <a:moveTo>
                    <a:pt x="2679701" y="0"/>
                  </a:moveTo>
                  <a:cubicBezTo>
                    <a:pt x="2912619" y="0"/>
                    <a:pt x="2932177" y="19558"/>
                    <a:pt x="2932177" y="252476"/>
                  </a:cubicBezTo>
                  <a:lnTo>
                    <a:pt x="2928875" y="252476"/>
                  </a:lnTo>
                  <a:lnTo>
                    <a:pt x="2932177" y="252476"/>
                  </a:lnTo>
                  <a:lnTo>
                    <a:pt x="2932177" y="432054"/>
                  </a:lnTo>
                  <a:lnTo>
                    <a:pt x="2928875" y="432054"/>
                  </a:lnTo>
                  <a:lnTo>
                    <a:pt x="2932177" y="432054"/>
                  </a:lnTo>
                  <a:cubicBezTo>
                    <a:pt x="2932177" y="664972"/>
                    <a:pt x="2912619" y="684530"/>
                    <a:pt x="2679701" y="684530"/>
                  </a:cubicBezTo>
                  <a:lnTo>
                    <a:pt x="2679701" y="681228"/>
                  </a:lnTo>
                  <a:lnTo>
                    <a:pt x="2679701" y="684530"/>
                  </a:lnTo>
                  <a:lnTo>
                    <a:pt x="252476" y="684530"/>
                  </a:lnTo>
                  <a:lnTo>
                    <a:pt x="252476" y="681228"/>
                  </a:lnTo>
                  <a:lnTo>
                    <a:pt x="252476" y="684530"/>
                  </a:lnTo>
                  <a:cubicBezTo>
                    <a:pt x="19558" y="684530"/>
                    <a:pt x="0" y="664972"/>
                    <a:pt x="0" y="432054"/>
                  </a:cubicBezTo>
                  <a:lnTo>
                    <a:pt x="3302" y="432054"/>
                  </a:lnTo>
                  <a:lnTo>
                    <a:pt x="0" y="432054"/>
                  </a:lnTo>
                  <a:lnTo>
                    <a:pt x="0" y="252476"/>
                  </a:lnTo>
                  <a:lnTo>
                    <a:pt x="3302" y="252476"/>
                  </a:lnTo>
                  <a:lnTo>
                    <a:pt x="0" y="252476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1" y="0"/>
                  </a:lnTo>
                  <a:lnTo>
                    <a:pt x="2679701" y="3302"/>
                  </a:lnTo>
                  <a:lnTo>
                    <a:pt x="2679701" y="0"/>
                  </a:lnTo>
                  <a:moveTo>
                    <a:pt x="2679701" y="6477"/>
                  </a:moveTo>
                  <a:lnTo>
                    <a:pt x="252476" y="6477"/>
                  </a:lnTo>
                  <a:cubicBezTo>
                    <a:pt x="23114" y="6477"/>
                    <a:pt x="6477" y="23114"/>
                    <a:pt x="6477" y="252476"/>
                  </a:cubicBezTo>
                  <a:lnTo>
                    <a:pt x="6477" y="432054"/>
                  </a:lnTo>
                  <a:cubicBezTo>
                    <a:pt x="6477" y="661416"/>
                    <a:pt x="23114" y="678053"/>
                    <a:pt x="252476" y="678053"/>
                  </a:cubicBezTo>
                  <a:lnTo>
                    <a:pt x="2679701" y="678053"/>
                  </a:lnTo>
                  <a:cubicBezTo>
                    <a:pt x="2909063" y="678053"/>
                    <a:pt x="2925700" y="661416"/>
                    <a:pt x="2925700" y="432054"/>
                  </a:cubicBezTo>
                  <a:lnTo>
                    <a:pt x="2925700" y="252476"/>
                  </a:lnTo>
                  <a:cubicBezTo>
                    <a:pt x="2925700" y="23114"/>
                    <a:pt x="2909063" y="6477"/>
                    <a:pt x="2679701" y="647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3412999" y="63500"/>
              <a:ext cx="2999360" cy="730250"/>
            </a:xfrm>
            <a:custGeom>
              <a:avLst/>
              <a:gdLst/>
              <a:ahLst/>
              <a:cxnLst/>
              <a:rect l="l" t="t" r="r" b="b"/>
              <a:pathLst>
                <a:path w="2999360" h="730250">
                  <a:moveTo>
                    <a:pt x="254000" y="0"/>
                  </a:moveTo>
                  <a:cubicBezTo>
                    <a:pt x="132716" y="0"/>
                    <a:pt x="73025" y="5715"/>
                    <a:pt x="39371" y="39370"/>
                  </a:cubicBezTo>
                  <a:cubicBezTo>
                    <a:pt x="34163" y="44577"/>
                    <a:pt x="29718" y="50292"/>
                    <a:pt x="25781" y="56769"/>
                  </a:cubicBezTo>
                  <a:cubicBezTo>
                    <a:pt x="4065" y="92710"/>
                    <a:pt x="0" y="151257"/>
                    <a:pt x="0" y="254000"/>
                  </a:cubicBezTo>
                  <a:lnTo>
                    <a:pt x="0" y="433451"/>
                  </a:lnTo>
                  <a:cubicBezTo>
                    <a:pt x="0" y="554736"/>
                    <a:pt x="5716" y="614426"/>
                    <a:pt x="39371" y="648082"/>
                  </a:cubicBezTo>
                  <a:cubicBezTo>
                    <a:pt x="46863" y="655574"/>
                    <a:pt x="55626" y="661671"/>
                    <a:pt x="66041" y="666624"/>
                  </a:cubicBezTo>
                  <a:cubicBezTo>
                    <a:pt x="66041" y="666624"/>
                    <a:pt x="66167" y="666624"/>
                    <a:pt x="66167" y="666624"/>
                  </a:cubicBezTo>
                  <a:lnTo>
                    <a:pt x="156465" y="709550"/>
                  </a:lnTo>
                  <a:lnTo>
                    <a:pt x="156591" y="709550"/>
                  </a:lnTo>
                  <a:lnTo>
                    <a:pt x="156718" y="709550"/>
                  </a:lnTo>
                  <a:cubicBezTo>
                    <a:pt x="193294" y="726822"/>
                    <a:pt x="250317" y="730251"/>
                    <a:pt x="344551" y="730251"/>
                  </a:cubicBezTo>
                  <a:lnTo>
                    <a:pt x="2772158" y="730251"/>
                  </a:lnTo>
                  <a:cubicBezTo>
                    <a:pt x="2893442" y="730251"/>
                    <a:pt x="2953133" y="724536"/>
                    <a:pt x="2986787" y="690881"/>
                  </a:cubicBezTo>
                  <a:cubicBezTo>
                    <a:pt x="2991486" y="686182"/>
                    <a:pt x="2995678" y="680975"/>
                    <a:pt x="2999361" y="675132"/>
                  </a:cubicBezTo>
                  <a:lnTo>
                    <a:pt x="2999361" y="98044"/>
                  </a:lnTo>
                  <a:cubicBezTo>
                    <a:pt x="2995678" y="92202"/>
                    <a:pt x="2991486" y="86995"/>
                    <a:pt x="2986787" y="82296"/>
                  </a:cubicBezTo>
                  <a:cubicBezTo>
                    <a:pt x="2979295" y="74803"/>
                    <a:pt x="2970532" y="68707"/>
                    <a:pt x="2959991" y="63754"/>
                  </a:cubicBezTo>
                  <a:lnTo>
                    <a:pt x="2959864" y="63754"/>
                  </a:lnTo>
                  <a:lnTo>
                    <a:pt x="2869186" y="20828"/>
                  </a:lnTo>
                  <a:lnTo>
                    <a:pt x="2869059" y="20828"/>
                  </a:lnTo>
                  <a:cubicBezTo>
                    <a:pt x="2832610" y="3429"/>
                    <a:pt x="2775460" y="0"/>
                    <a:pt x="268135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3417825" y="68199"/>
              <a:ext cx="2925700" cy="677926"/>
            </a:xfrm>
            <a:custGeom>
              <a:avLst/>
              <a:gdLst/>
              <a:ahLst/>
              <a:cxnLst/>
              <a:rect l="l" t="t" r="r" b="b"/>
              <a:pathLst>
                <a:path w="2925700" h="677926">
                  <a:moveTo>
                    <a:pt x="2676526" y="0"/>
                  </a:moveTo>
                  <a:cubicBezTo>
                    <a:pt x="2907667" y="0"/>
                    <a:pt x="2925701" y="18034"/>
                    <a:pt x="2925701" y="249174"/>
                  </a:cubicBezTo>
                  <a:lnTo>
                    <a:pt x="2925701" y="428752"/>
                  </a:lnTo>
                  <a:cubicBezTo>
                    <a:pt x="2925701" y="659893"/>
                    <a:pt x="2907667" y="677927"/>
                    <a:pt x="2676526" y="677927"/>
                  </a:cubicBezTo>
                  <a:lnTo>
                    <a:pt x="249174" y="677927"/>
                  </a:lnTo>
                  <a:cubicBezTo>
                    <a:pt x="18034" y="677927"/>
                    <a:pt x="0" y="659893"/>
                    <a:pt x="0" y="428752"/>
                  </a:cubicBezTo>
                  <a:lnTo>
                    <a:pt x="0" y="249301"/>
                  </a:lnTo>
                  <a:cubicBezTo>
                    <a:pt x="0" y="18161"/>
                    <a:pt x="18034" y="127"/>
                    <a:pt x="249174" y="127"/>
                  </a:cubicBezTo>
                  <a:lnTo>
                    <a:pt x="2676526" y="127"/>
                  </a:lnTo>
                  <a:close/>
                </a:path>
              </a:pathLst>
            </a:custGeom>
            <a:solidFill>
              <a:srgbClr val="4CA62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3414523" y="64897"/>
              <a:ext cx="2932304" cy="684530"/>
            </a:xfrm>
            <a:custGeom>
              <a:avLst/>
              <a:gdLst/>
              <a:ahLst/>
              <a:cxnLst/>
              <a:rect l="l" t="t" r="r" b="b"/>
              <a:pathLst>
                <a:path w="2932304" h="684530">
                  <a:moveTo>
                    <a:pt x="2679828" y="0"/>
                  </a:moveTo>
                  <a:cubicBezTo>
                    <a:pt x="2912747" y="0"/>
                    <a:pt x="2932305" y="19558"/>
                    <a:pt x="2932305" y="252476"/>
                  </a:cubicBezTo>
                  <a:lnTo>
                    <a:pt x="2929003" y="252476"/>
                  </a:lnTo>
                  <a:lnTo>
                    <a:pt x="2932305" y="252476"/>
                  </a:lnTo>
                  <a:lnTo>
                    <a:pt x="2932305" y="432054"/>
                  </a:lnTo>
                  <a:lnTo>
                    <a:pt x="2929003" y="432054"/>
                  </a:lnTo>
                  <a:lnTo>
                    <a:pt x="2932305" y="432054"/>
                  </a:lnTo>
                  <a:cubicBezTo>
                    <a:pt x="2932305" y="664972"/>
                    <a:pt x="2912747" y="684531"/>
                    <a:pt x="2679828" y="684531"/>
                  </a:cubicBezTo>
                  <a:lnTo>
                    <a:pt x="2679828" y="681228"/>
                  </a:lnTo>
                  <a:lnTo>
                    <a:pt x="2679828" y="684531"/>
                  </a:lnTo>
                  <a:lnTo>
                    <a:pt x="252476" y="684531"/>
                  </a:lnTo>
                  <a:lnTo>
                    <a:pt x="252476" y="681228"/>
                  </a:lnTo>
                  <a:lnTo>
                    <a:pt x="252476" y="684531"/>
                  </a:lnTo>
                  <a:cubicBezTo>
                    <a:pt x="19558" y="684531"/>
                    <a:pt x="0" y="664972"/>
                    <a:pt x="0" y="432054"/>
                  </a:cubicBezTo>
                  <a:lnTo>
                    <a:pt x="3302" y="432054"/>
                  </a:lnTo>
                  <a:lnTo>
                    <a:pt x="0" y="432054"/>
                  </a:lnTo>
                  <a:lnTo>
                    <a:pt x="0" y="252603"/>
                  </a:lnTo>
                  <a:lnTo>
                    <a:pt x="3302" y="252603"/>
                  </a:lnTo>
                  <a:lnTo>
                    <a:pt x="0" y="252603"/>
                  </a:lnTo>
                  <a:cubicBezTo>
                    <a:pt x="0" y="19685"/>
                    <a:pt x="19558" y="127"/>
                    <a:pt x="252476" y="127"/>
                  </a:cubicBezTo>
                  <a:lnTo>
                    <a:pt x="252476" y="3429"/>
                  </a:lnTo>
                  <a:lnTo>
                    <a:pt x="252476" y="127"/>
                  </a:lnTo>
                  <a:lnTo>
                    <a:pt x="2679828" y="127"/>
                  </a:lnTo>
                  <a:lnTo>
                    <a:pt x="2679828" y="3429"/>
                  </a:lnTo>
                  <a:lnTo>
                    <a:pt x="2679828" y="127"/>
                  </a:lnTo>
                  <a:moveTo>
                    <a:pt x="2679828" y="6604"/>
                  </a:moveTo>
                  <a:lnTo>
                    <a:pt x="252476" y="6604"/>
                  </a:lnTo>
                  <a:cubicBezTo>
                    <a:pt x="23114" y="6604"/>
                    <a:pt x="6477" y="23241"/>
                    <a:pt x="6477" y="252603"/>
                  </a:cubicBezTo>
                  <a:lnTo>
                    <a:pt x="6477" y="432054"/>
                  </a:lnTo>
                  <a:cubicBezTo>
                    <a:pt x="6477" y="661417"/>
                    <a:pt x="23114" y="678054"/>
                    <a:pt x="252476" y="678054"/>
                  </a:cubicBezTo>
                  <a:lnTo>
                    <a:pt x="2679828" y="678054"/>
                  </a:lnTo>
                  <a:cubicBezTo>
                    <a:pt x="2909191" y="678054"/>
                    <a:pt x="2925828" y="661417"/>
                    <a:pt x="2925828" y="432054"/>
                  </a:cubicBezTo>
                  <a:lnTo>
                    <a:pt x="2925828" y="252603"/>
                  </a:lnTo>
                  <a:cubicBezTo>
                    <a:pt x="2925828" y="23241"/>
                    <a:pt x="2909191" y="6604"/>
                    <a:pt x="2679828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914143" y="223139"/>
              <a:ext cx="661544" cy="411226"/>
            </a:xfrm>
            <a:custGeom>
              <a:avLst/>
              <a:gdLst/>
              <a:ahLst/>
              <a:cxnLst/>
              <a:rect l="l" t="t" r="r" b="b"/>
              <a:pathLst>
                <a:path w="661544" h="411226">
                  <a:moveTo>
                    <a:pt x="233807" y="0"/>
                  </a:moveTo>
                  <a:lnTo>
                    <a:pt x="0" y="205613"/>
                  </a:lnTo>
                  <a:lnTo>
                    <a:pt x="233807" y="411226"/>
                  </a:lnTo>
                  <a:lnTo>
                    <a:pt x="219583" y="299085"/>
                  </a:lnTo>
                  <a:lnTo>
                    <a:pt x="442723" y="299085"/>
                  </a:lnTo>
                  <a:lnTo>
                    <a:pt x="428499" y="411226"/>
                  </a:lnTo>
                  <a:lnTo>
                    <a:pt x="661544" y="206248"/>
                  </a:lnTo>
                  <a:lnTo>
                    <a:pt x="661544" y="204978"/>
                  </a:lnTo>
                  <a:lnTo>
                    <a:pt x="428625" y="0"/>
                  </a:lnTo>
                  <a:lnTo>
                    <a:pt x="442849" y="112268"/>
                  </a:lnTo>
                  <a:lnTo>
                    <a:pt x="219583" y="112268"/>
                  </a:lnTo>
                  <a:lnTo>
                    <a:pt x="233807" y="0"/>
                  </a:lnTo>
                  <a:close/>
                </a:path>
              </a:pathLst>
            </a:custGeom>
            <a:solidFill>
              <a:srgbClr val="F9DC80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2914270" y="223266"/>
              <a:ext cx="662305" cy="409575"/>
            </a:xfrm>
            <a:custGeom>
              <a:avLst/>
              <a:gdLst/>
              <a:ahLst/>
              <a:cxnLst/>
              <a:rect l="l" t="t" r="r" b="b"/>
              <a:pathLst>
                <a:path w="662305" h="409575">
                  <a:moveTo>
                    <a:pt x="466217" y="71247"/>
                  </a:moveTo>
                  <a:lnTo>
                    <a:pt x="618872" y="205486"/>
                  </a:lnTo>
                  <a:lnTo>
                    <a:pt x="466217" y="339725"/>
                  </a:lnTo>
                  <a:lnTo>
                    <a:pt x="470916" y="302387"/>
                  </a:lnTo>
                  <a:lnTo>
                    <a:pt x="474980" y="270256"/>
                  </a:lnTo>
                  <a:lnTo>
                    <a:pt x="187071" y="270256"/>
                  </a:lnTo>
                  <a:lnTo>
                    <a:pt x="191135" y="302387"/>
                  </a:lnTo>
                  <a:lnTo>
                    <a:pt x="195834" y="339725"/>
                  </a:lnTo>
                  <a:lnTo>
                    <a:pt x="43180" y="205486"/>
                  </a:lnTo>
                  <a:lnTo>
                    <a:pt x="195834" y="71247"/>
                  </a:lnTo>
                  <a:lnTo>
                    <a:pt x="191135" y="108585"/>
                  </a:lnTo>
                  <a:lnTo>
                    <a:pt x="187071" y="140716"/>
                  </a:lnTo>
                  <a:lnTo>
                    <a:pt x="475108" y="140716"/>
                  </a:lnTo>
                  <a:lnTo>
                    <a:pt x="471044" y="108585"/>
                  </a:lnTo>
                  <a:lnTo>
                    <a:pt x="466345" y="71247"/>
                  </a:lnTo>
                  <a:close/>
                  <a:moveTo>
                    <a:pt x="233680" y="0"/>
                  </a:moveTo>
                  <a:lnTo>
                    <a:pt x="0" y="205486"/>
                  </a:lnTo>
                  <a:lnTo>
                    <a:pt x="232029" y="409575"/>
                  </a:lnTo>
                  <a:lnTo>
                    <a:pt x="233553" y="409575"/>
                  </a:lnTo>
                  <a:lnTo>
                    <a:pt x="219583" y="298958"/>
                  </a:lnTo>
                  <a:lnTo>
                    <a:pt x="442722" y="298958"/>
                  </a:lnTo>
                  <a:lnTo>
                    <a:pt x="428753" y="409575"/>
                  </a:lnTo>
                  <a:lnTo>
                    <a:pt x="430277" y="409575"/>
                  </a:lnTo>
                  <a:lnTo>
                    <a:pt x="662305" y="205486"/>
                  </a:lnTo>
                  <a:lnTo>
                    <a:pt x="428626" y="0"/>
                  </a:lnTo>
                  <a:lnTo>
                    <a:pt x="442850" y="112141"/>
                  </a:lnTo>
                  <a:lnTo>
                    <a:pt x="219456" y="112141"/>
                  </a:lnTo>
                  <a:lnTo>
                    <a:pt x="2336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6" name="Group 46"/>
          <p:cNvGrpSpPr/>
          <p:nvPr/>
        </p:nvGrpSpPr>
        <p:grpSpPr>
          <a:xfrm rot="1990560">
            <a:off x="12854249" y="5396993"/>
            <a:ext cx="2604276" cy="795200"/>
            <a:chOff x="0" y="0"/>
            <a:chExt cx="3536607" cy="107988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536633" cy="1079881"/>
            </a:xfrm>
            <a:custGeom>
              <a:avLst/>
              <a:gdLst/>
              <a:ahLst/>
              <a:cxnLst/>
              <a:rect l="l" t="t" r="r" b="b"/>
              <a:pathLst>
                <a:path w="3536633" h="1079881">
                  <a:moveTo>
                    <a:pt x="118" y="0"/>
                  </a:moveTo>
                  <a:lnTo>
                    <a:pt x="0" y="1079500"/>
                  </a:lnTo>
                  <a:lnTo>
                    <a:pt x="3536513" y="1079881"/>
                  </a:lnTo>
                  <a:lnTo>
                    <a:pt x="3536633" y="381"/>
                  </a:lnTo>
                  <a:lnTo>
                    <a:pt x="118" y="0"/>
                  </a:lnTo>
                  <a:close/>
                </a:path>
              </a:pathLst>
            </a:custGeom>
            <a:blipFill>
              <a:blip r:embed="rId3"/>
              <a:stretch>
                <a:fillRect l="-3687" r="-3686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 rot="9979500">
            <a:off x="1953873" y="7842187"/>
            <a:ext cx="1171575" cy="333375"/>
            <a:chOff x="0" y="0"/>
            <a:chExt cx="1562100" cy="4445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62100" cy="444500"/>
            </a:xfrm>
            <a:custGeom>
              <a:avLst/>
              <a:gdLst/>
              <a:ahLst/>
              <a:cxnLst/>
              <a:rect l="l" t="t" r="r" b="b"/>
              <a:pathLst>
                <a:path w="1562100" h="444500">
                  <a:moveTo>
                    <a:pt x="0" y="444500"/>
                  </a:moveTo>
                  <a:lnTo>
                    <a:pt x="622300" y="444500"/>
                  </a:lnTo>
                  <a:lnTo>
                    <a:pt x="1562100" y="444500"/>
                  </a:lnTo>
                  <a:lnTo>
                    <a:pt x="1562100" y="19685"/>
                  </a:lnTo>
                  <a:lnTo>
                    <a:pt x="1562100" y="0"/>
                  </a:lnTo>
                  <a:lnTo>
                    <a:pt x="518795" y="0"/>
                  </a:lnTo>
                  <a:lnTo>
                    <a:pt x="0" y="0"/>
                  </a:lnTo>
                  <a:lnTo>
                    <a:pt x="0" y="388366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70761" y="0"/>
            <a:ext cx="1791948" cy="685276"/>
            <a:chOff x="0" y="0"/>
            <a:chExt cx="1791945" cy="68527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91967" cy="685262"/>
            </a:xfrm>
            <a:custGeom>
              <a:avLst/>
              <a:gdLst/>
              <a:ahLst/>
              <a:cxnLst/>
              <a:rect l="l" t="t" r="r" b="b"/>
              <a:pathLst>
                <a:path w="1791967" h="685262">
                  <a:moveTo>
                    <a:pt x="0" y="685262"/>
                  </a:moveTo>
                  <a:lnTo>
                    <a:pt x="1791967" y="685262"/>
                  </a:lnTo>
                  <a:lnTo>
                    <a:pt x="17919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94013" y="81246"/>
            <a:ext cx="2017417" cy="1008709"/>
            <a:chOff x="0" y="0"/>
            <a:chExt cx="812800" cy="406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0C0">
                <a:alpha val="88627"/>
              </a:srgbClr>
            </a:solidFill>
            <a:ln w="142875" cap="sq">
              <a:solidFill>
                <a:srgbClr val="000000">
                  <a:alpha val="88627"/>
                </a:srgbClr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5"/>
                </a:lnSpc>
              </a:pPr>
              <a:endParaRPr dirty="0"/>
            </a:p>
          </p:txBody>
        </p:sp>
      </p:grpSp>
      <p:sp>
        <p:nvSpPr>
          <p:cNvPr id="55" name="Freeform 55"/>
          <p:cNvSpPr/>
          <p:nvPr/>
        </p:nvSpPr>
        <p:spPr>
          <a:xfrm>
            <a:off x="15402964" y="6363416"/>
            <a:ext cx="2594323" cy="2859050"/>
          </a:xfrm>
          <a:custGeom>
            <a:avLst/>
            <a:gdLst/>
            <a:ahLst/>
            <a:cxnLst/>
            <a:rect l="l" t="t" r="r" b="b"/>
            <a:pathLst>
              <a:path w="2594323" h="2859050">
                <a:moveTo>
                  <a:pt x="0" y="0"/>
                </a:moveTo>
                <a:lnTo>
                  <a:pt x="2594323" y="0"/>
                </a:lnTo>
                <a:lnTo>
                  <a:pt x="2594323" y="2859050"/>
                </a:lnTo>
                <a:lnTo>
                  <a:pt x="0" y="2859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629361" y="8319403"/>
            <a:ext cx="2330745" cy="1529552"/>
            <a:chOff x="0" y="0"/>
            <a:chExt cx="812800" cy="533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533400"/>
            </a:xfrm>
            <a:custGeom>
              <a:avLst/>
              <a:gdLst/>
              <a:ahLst/>
              <a:cxnLst/>
              <a:rect l="l" t="t" r="r" b="b"/>
              <a:pathLst>
                <a:path w="812800" h="5334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5"/>
                </a:lnSpc>
              </a:pPr>
              <a:endParaRPr dirty="0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981185" y="66471"/>
            <a:ext cx="15897473" cy="154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</a:pPr>
            <a:r>
              <a:rPr sz="2000" b="1">
                <a:latin typeface="Times New Roman MT Bold"/>
              </a:rPr>
              <a:t>VOICEGUARD : REAL-TIME AI-POWERED FAKE IDENTITY, BIOMETRIC VOICE &amp; CREDENTIAL SCREENING SYSTEM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246356" y="9791805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01502" y="352711"/>
            <a:ext cx="1487776" cy="42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525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NEX ERA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311426" y="2875688"/>
            <a:ext cx="3041839" cy="776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sz="2234" b="1">
                <a:latin typeface="Times New Roman MT Bold"/>
              </a:rPr>
              <a:t>Fake Authority &amp; Digital Arrest Extortion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134100" y="1685145"/>
            <a:ext cx="2967494" cy="760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sz="2400" b="1">
                <a:latin typeface="Times New Roman MT Bold"/>
              </a:rPr>
              <a:t>Synthetic Identity &amp; Voice Deepfakes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5735057" y="2935428"/>
            <a:ext cx="1942328" cy="64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5"/>
              </a:lnSpc>
            </a:pPr>
            <a:r>
              <a:rPr sz="2400" b="1">
                <a:latin typeface="Times New Roman MT Bold"/>
              </a:rPr>
              <a:t>Sub-80ms In-Call Identity Screening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04166" y="1708633"/>
            <a:ext cx="2925571" cy="394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sz="2400" b="1">
                <a:latin typeface="Times New Roman MT Bold"/>
              </a:rPr>
              <a:t>Real-Time Acoustic Forensics &amp; Liveness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362146" y="4060044"/>
            <a:ext cx="2138095" cy="760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sz="2400" b="1">
                <a:latin typeface="Times New Roman MT Bold"/>
              </a:rPr>
              <a:t>Forged Legal Warrants &amp; Document Coercion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36094" y="5208759"/>
            <a:ext cx="4776099" cy="2285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4"/>
              </a:lnSpc>
            </a:pPr>
            <a:r>
              <a:rPr sz="2551" b="1">
                <a:solidFill>
                  <a:srgbClr val="166534"/>
                </a:solidFill>
                <a:latin typeface="Times New Roman MT Bold"/>
              </a:rPr>
              <a:t>VoiceGuard — Solution: </a:t>
            </a:r>
            <a:r>
              <a:rPr sz="2551">
                <a:latin typeface="Times New Roman MT Bold"/>
              </a:rPr>
              <a:t>An on-device AI screening platform that analyzes in-call voice biometrics in real-time, screens suspect official credentials, and deploys autonomous Honeypot bots to trap extortionists.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82250" y="1533003"/>
            <a:ext cx="6343465" cy="1859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sz="2551" b="1">
                <a:solidFill>
                  <a:srgbClr val="BE185D"/>
                </a:solidFill>
                <a:latin typeface="Times New Roman MT Bold"/>
              </a:rPr>
              <a:t>Real-World Problem: </a:t>
            </a:r>
            <a:r>
              <a:rPr sz="2551">
                <a:latin typeface="Times New Roman MT Bold"/>
              </a:rPr>
              <a:t>Cybercriminals exploit synthetic AI voice clones and forged credentials (CBI/Police notices) to stage fake identity extortion and "Digital Arrest" scams, defrauding innocent citizens of life savings.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855812" y="1089955"/>
            <a:ext cx="1192721" cy="48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2833" dirty="0">
                <a:solidFill>
                  <a:srgbClr val="000000"/>
                </a:solidFill>
                <a:latin typeface="Rubik Bubbles"/>
                <a:ea typeface="Rubik Bubbles"/>
                <a:cs typeface="Rubik Bubbles"/>
                <a:sym typeface="Rubik Bubbles"/>
              </a:rPr>
              <a:t>Risk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934248" y="1051855"/>
            <a:ext cx="529608" cy="410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3" dirty="0">
                <a:solidFill>
                  <a:srgbClr val="171B26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vs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5882804" y="1122712"/>
            <a:ext cx="1656645" cy="48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2833" dirty="0">
                <a:solidFill>
                  <a:srgbClr val="171B26"/>
                </a:solidFill>
                <a:latin typeface="Rubik Bubbles"/>
                <a:ea typeface="Rubik Bubbles"/>
                <a:cs typeface="Rubik Bubbles"/>
                <a:sym typeface="Rubik Bubbles"/>
              </a:rPr>
              <a:t>Solution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98118" y="8529162"/>
            <a:ext cx="1393231" cy="99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</a:pP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5" tooltip="https://youtu.be/yzZifPyYWcU"/>
              </a:rPr>
              <a:t>Video </a:t>
            </a: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6" tooltip="https://lanezy.vercel.app/"/>
              </a:rPr>
              <a:t>Website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200610" y="7823197"/>
            <a:ext cx="1692688" cy="421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4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Prototype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5563216" y="4038871"/>
            <a:ext cx="2688106" cy="76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sz="2400" b="1">
                <a:latin typeface="Times New Roman MT Bold"/>
              </a:rPr>
              <a:t>Multi-Modal Credential Authenticity Check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7AD024F-7935-41D1-91BC-38D2794D1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16620" y="89802"/>
            <a:ext cx="21240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40679" y="0"/>
            <a:ext cx="2735018" cy="1324327"/>
            <a:chOff x="0" y="0"/>
            <a:chExt cx="3646691" cy="1765770"/>
          </a:xfrm>
        </p:grpSpPr>
        <p:sp>
          <p:nvSpPr>
            <p:cNvPr id="3" name="Freeform 3" descr="https://www.sih.gov.in/img1/SIH-Logo.png"/>
            <p:cNvSpPr/>
            <p:nvPr/>
          </p:nvSpPr>
          <p:spPr>
            <a:xfrm>
              <a:off x="0" y="0"/>
              <a:ext cx="3646678" cy="1765808"/>
            </a:xfrm>
            <a:custGeom>
              <a:avLst/>
              <a:gdLst/>
              <a:ahLst/>
              <a:cxnLst/>
              <a:rect l="l" t="t" r="r" b="b"/>
              <a:pathLst>
                <a:path w="3646678" h="1765808">
                  <a:moveTo>
                    <a:pt x="0" y="0"/>
                  </a:moveTo>
                  <a:lnTo>
                    <a:pt x="3646678" y="0"/>
                  </a:lnTo>
                  <a:lnTo>
                    <a:pt x="3646678" y="1765808"/>
                  </a:lnTo>
                  <a:lnTo>
                    <a:pt x="0" y="176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973" r="-70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129398" y="4794918"/>
            <a:ext cx="4772025" cy="4905375"/>
            <a:chOff x="0" y="0"/>
            <a:chExt cx="6362700" cy="6540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62700" cy="6540500"/>
            </a:xfrm>
            <a:custGeom>
              <a:avLst/>
              <a:gdLst/>
              <a:ahLst/>
              <a:cxnLst/>
              <a:rect l="l" t="t" r="r" b="b"/>
              <a:pathLst>
                <a:path w="6362700" h="6540500">
                  <a:moveTo>
                    <a:pt x="0" y="0"/>
                  </a:moveTo>
                  <a:lnTo>
                    <a:pt x="6362700" y="0"/>
                  </a:lnTo>
                  <a:lnTo>
                    <a:pt x="6362700" y="6540500"/>
                  </a:lnTo>
                  <a:lnTo>
                    <a:pt x="0" y="654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43" r="-234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2153280">
            <a:off x="8737044" y="6391008"/>
            <a:ext cx="400669" cy="154981"/>
            <a:chOff x="0" y="0"/>
            <a:chExt cx="534226" cy="206642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534289" cy="206629"/>
            </a:xfrm>
            <a:custGeom>
              <a:avLst/>
              <a:gdLst/>
              <a:ahLst/>
              <a:cxnLst/>
              <a:rect l="l" t="t" r="r" b="b"/>
              <a:pathLst>
                <a:path w="534289" h="206629">
                  <a:moveTo>
                    <a:pt x="534289" y="146812"/>
                  </a:moveTo>
                  <a:lnTo>
                    <a:pt x="17018" y="206629"/>
                  </a:lnTo>
                  <a:lnTo>
                    <a:pt x="0" y="59817"/>
                  </a:lnTo>
                  <a:lnTo>
                    <a:pt x="517271" y="0"/>
                  </a:lnTo>
                  <a:lnTo>
                    <a:pt x="518414" y="10033"/>
                  </a:lnTo>
                  <a:lnTo>
                    <a:pt x="534289" y="146812"/>
                  </a:lnTo>
                  <a:close/>
                </a:path>
              </a:pathLst>
            </a:custGeom>
            <a:blipFill>
              <a:blip r:embed="rId4"/>
              <a:stretch>
                <a:fillRect t="-2194" r="-87" b="-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2491740">
            <a:off x="9808197" y="6236084"/>
            <a:ext cx="395621" cy="130435"/>
            <a:chOff x="0" y="0"/>
            <a:chExt cx="527494" cy="1739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527558" cy="173863"/>
            </a:xfrm>
            <a:custGeom>
              <a:avLst/>
              <a:gdLst/>
              <a:ahLst/>
              <a:cxnLst/>
              <a:rect l="l" t="t" r="r" b="b"/>
              <a:pathLst>
                <a:path w="527558" h="173863">
                  <a:moveTo>
                    <a:pt x="0" y="147574"/>
                  </a:moveTo>
                  <a:lnTo>
                    <a:pt x="7493" y="0"/>
                  </a:lnTo>
                  <a:lnTo>
                    <a:pt x="10668" y="127"/>
                  </a:lnTo>
                  <a:lnTo>
                    <a:pt x="527558" y="26289"/>
                  </a:lnTo>
                  <a:lnTo>
                    <a:pt x="521970" y="137541"/>
                  </a:lnTo>
                  <a:lnTo>
                    <a:pt x="520065" y="173863"/>
                  </a:lnTo>
                  <a:lnTo>
                    <a:pt x="0" y="147574"/>
                  </a:lnTo>
                  <a:close/>
                </a:path>
              </a:pathLst>
            </a:custGeom>
            <a:blipFill>
              <a:blip r:embed="rId4"/>
              <a:stretch>
                <a:fillRect l="-43" t="-2622" r="12" b="-2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3615480">
            <a:off x="10612250" y="6028553"/>
            <a:ext cx="520665" cy="218113"/>
            <a:chOff x="0" y="0"/>
            <a:chExt cx="694220" cy="290817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694182" cy="290830"/>
            </a:xfrm>
            <a:custGeom>
              <a:avLst/>
              <a:gdLst/>
              <a:ahLst/>
              <a:cxnLst/>
              <a:rect l="l" t="t" r="r" b="b"/>
              <a:pathLst>
                <a:path w="694182" h="290830">
                  <a:moveTo>
                    <a:pt x="29210" y="0"/>
                  </a:moveTo>
                  <a:lnTo>
                    <a:pt x="694182" y="104394"/>
                  </a:lnTo>
                  <a:lnTo>
                    <a:pt x="664972" y="290830"/>
                  </a:lnTo>
                  <a:lnTo>
                    <a:pt x="0" y="186436"/>
                  </a:lnTo>
                  <a:lnTo>
                    <a:pt x="29210" y="0"/>
                  </a:lnTo>
                  <a:close/>
                </a:path>
              </a:pathLst>
            </a:custGeom>
            <a:blipFill>
              <a:blip r:embed="rId4"/>
              <a:stretch>
                <a:fillRect r="-45" b="-60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10409040">
            <a:off x="2067203" y="7275487"/>
            <a:ext cx="1400175" cy="400050"/>
            <a:chOff x="0" y="0"/>
            <a:chExt cx="18669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66900" cy="533400"/>
            </a:xfrm>
            <a:custGeom>
              <a:avLst/>
              <a:gdLst/>
              <a:ahLst/>
              <a:cxnLst/>
              <a:rect l="l" t="t" r="r" b="b"/>
              <a:pathLst>
                <a:path w="1866900" h="533400">
                  <a:moveTo>
                    <a:pt x="0" y="533400"/>
                  </a:moveTo>
                  <a:lnTo>
                    <a:pt x="1866900" y="533400"/>
                  </a:lnTo>
                  <a:lnTo>
                    <a:pt x="18669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304126" y="7485908"/>
            <a:ext cx="2328390" cy="1652892"/>
            <a:chOff x="0" y="0"/>
            <a:chExt cx="2889250" cy="2051037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2762250" cy="1924181"/>
            </a:xfrm>
            <a:custGeom>
              <a:avLst/>
              <a:gdLst/>
              <a:ahLst/>
              <a:cxnLst/>
              <a:rect l="l" t="t" r="r" b="b"/>
              <a:pathLst>
                <a:path w="2762250" h="1924181">
                  <a:moveTo>
                    <a:pt x="1551178" y="0"/>
                  </a:moveTo>
                  <a:cubicBezTo>
                    <a:pt x="1384173" y="0"/>
                    <a:pt x="1222375" y="58547"/>
                    <a:pt x="1094105" y="165101"/>
                  </a:cubicBezTo>
                  <a:cubicBezTo>
                    <a:pt x="1021588" y="132969"/>
                    <a:pt x="944372" y="116586"/>
                    <a:pt x="864108" y="116586"/>
                  </a:cubicBezTo>
                  <a:cubicBezTo>
                    <a:pt x="730250" y="116586"/>
                    <a:pt x="600456" y="164339"/>
                    <a:pt x="498348" y="250953"/>
                  </a:cubicBezTo>
                  <a:cubicBezTo>
                    <a:pt x="484759" y="262510"/>
                    <a:pt x="471805" y="274575"/>
                    <a:pt x="459486" y="287275"/>
                  </a:cubicBezTo>
                  <a:cubicBezTo>
                    <a:pt x="382524" y="366142"/>
                    <a:pt x="329819" y="466091"/>
                    <a:pt x="308864" y="574041"/>
                  </a:cubicBezTo>
                  <a:cubicBezTo>
                    <a:pt x="253746" y="602235"/>
                    <a:pt x="203962" y="639066"/>
                    <a:pt x="161036" y="683008"/>
                  </a:cubicBezTo>
                  <a:cubicBezTo>
                    <a:pt x="133985" y="710694"/>
                    <a:pt x="109728" y="741174"/>
                    <a:pt x="88773" y="774194"/>
                  </a:cubicBezTo>
                  <a:cubicBezTo>
                    <a:pt x="30607" y="864999"/>
                    <a:pt x="0" y="969901"/>
                    <a:pt x="0" y="1077725"/>
                  </a:cubicBezTo>
                  <a:cubicBezTo>
                    <a:pt x="0" y="1256541"/>
                    <a:pt x="83566" y="1416180"/>
                    <a:pt x="213614" y="1519940"/>
                  </a:cubicBezTo>
                  <a:cubicBezTo>
                    <a:pt x="213614" y="1519940"/>
                    <a:pt x="213741" y="1520067"/>
                    <a:pt x="213741" y="1520067"/>
                  </a:cubicBezTo>
                  <a:lnTo>
                    <a:pt x="314325" y="1600204"/>
                  </a:lnTo>
                  <a:lnTo>
                    <a:pt x="314452" y="1600331"/>
                  </a:lnTo>
                  <a:lnTo>
                    <a:pt x="314579" y="1600458"/>
                  </a:lnTo>
                  <a:cubicBezTo>
                    <a:pt x="411226" y="1677420"/>
                    <a:pt x="533527" y="1723394"/>
                    <a:pt x="666496" y="1723394"/>
                  </a:cubicBezTo>
                  <a:cubicBezTo>
                    <a:pt x="725932" y="1723394"/>
                    <a:pt x="784479" y="1713996"/>
                    <a:pt x="840994" y="1695581"/>
                  </a:cubicBezTo>
                  <a:lnTo>
                    <a:pt x="911733" y="1751969"/>
                  </a:lnTo>
                  <a:cubicBezTo>
                    <a:pt x="1049782" y="1861951"/>
                    <a:pt x="1223264" y="1923800"/>
                    <a:pt x="1400937" y="1924181"/>
                  </a:cubicBezTo>
                  <a:lnTo>
                    <a:pt x="1404874" y="1924181"/>
                  </a:lnTo>
                  <a:cubicBezTo>
                    <a:pt x="1593723" y="1923673"/>
                    <a:pt x="1775968" y="1854966"/>
                    <a:pt x="1919478" y="1730125"/>
                  </a:cubicBezTo>
                  <a:cubicBezTo>
                    <a:pt x="1991360" y="1758319"/>
                    <a:pt x="2066798" y="1772543"/>
                    <a:pt x="2143633" y="1772543"/>
                  </a:cubicBezTo>
                  <a:cubicBezTo>
                    <a:pt x="2484755" y="1772543"/>
                    <a:pt x="2762250" y="1495175"/>
                    <a:pt x="2762250" y="1154306"/>
                  </a:cubicBezTo>
                  <a:cubicBezTo>
                    <a:pt x="2762250" y="1018415"/>
                    <a:pt x="2718816" y="889383"/>
                    <a:pt x="2636520" y="781179"/>
                  </a:cubicBezTo>
                  <a:cubicBezTo>
                    <a:pt x="2630678" y="773432"/>
                    <a:pt x="2624582" y="765812"/>
                    <a:pt x="2618359" y="758446"/>
                  </a:cubicBezTo>
                  <a:cubicBezTo>
                    <a:pt x="2591435" y="726315"/>
                    <a:pt x="2561336" y="697105"/>
                    <a:pt x="2528697" y="671070"/>
                  </a:cubicBezTo>
                  <a:lnTo>
                    <a:pt x="2523871" y="667260"/>
                  </a:lnTo>
                  <a:lnTo>
                    <a:pt x="2429764" y="592329"/>
                  </a:lnTo>
                  <a:lnTo>
                    <a:pt x="2427859" y="590805"/>
                  </a:lnTo>
                  <a:cubicBezTo>
                    <a:pt x="2391791" y="562103"/>
                    <a:pt x="2352675" y="537465"/>
                    <a:pt x="2311400" y="517399"/>
                  </a:cubicBezTo>
                  <a:cubicBezTo>
                    <a:pt x="2264918" y="407544"/>
                    <a:pt x="2192147" y="311532"/>
                    <a:pt x="2097786" y="236475"/>
                  </a:cubicBezTo>
                  <a:lnTo>
                    <a:pt x="2097659" y="236348"/>
                  </a:lnTo>
                  <a:lnTo>
                    <a:pt x="1996948" y="156210"/>
                  </a:lnTo>
                  <a:lnTo>
                    <a:pt x="1996821" y="156083"/>
                  </a:lnTo>
                  <a:cubicBezTo>
                    <a:pt x="1989963" y="150622"/>
                    <a:pt x="1982851" y="145161"/>
                    <a:pt x="1975739" y="139954"/>
                  </a:cubicBezTo>
                  <a:cubicBezTo>
                    <a:pt x="1851914" y="48514"/>
                    <a:pt x="1705229" y="254"/>
                    <a:pt x="1551178" y="25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84328" y="84201"/>
              <a:ext cx="2619756" cy="1802261"/>
            </a:xfrm>
            <a:custGeom>
              <a:avLst/>
              <a:gdLst/>
              <a:ahLst/>
              <a:cxnLst/>
              <a:rect l="l" t="t" r="r" b="b"/>
              <a:pathLst>
                <a:path w="2619756" h="1802261">
                  <a:moveTo>
                    <a:pt x="1530350" y="127"/>
                  </a:moveTo>
                  <a:cubicBezTo>
                    <a:pt x="1838706" y="127"/>
                    <a:pt x="2100834" y="201931"/>
                    <a:pt x="2191385" y="480188"/>
                  </a:cubicBezTo>
                  <a:cubicBezTo>
                    <a:pt x="2438781" y="553340"/>
                    <a:pt x="2619756" y="782576"/>
                    <a:pt x="2619756" y="1053213"/>
                  </a:cubicBezTo>
                  <a:cubicBezTo>
                    <a:pt x="2619756" y="1382652"/>
                    <a:pt x="2351532" y="1650623"/>
                    <a:pt x="2021967" y="1650623"/>
                  </a:cubicBezTo>
                  <a:cubicBezTo>
                    <a:pt x="1942846" y="1650623"/>
                    <a:pt x="1865249" y="1634621"/>
                    <a:pt x="1793621" y="1604903"/>
                  </a:cubicBezTo>
                  <a:cubicBezTo>
                    <a:pt x="1655064" y="1729363"/>
                    <a:pt x="1472946" y="1802261"/>
                    <a:pt x="1281176" y="1802261"/>
                  </a:cubicBezTo>
                  <a:cubicBezTo>
                    <a:pt x="1068705" y="1802261"/>
                    <a:pt x="871601" y="1714631"/>
                    <a:pt x="730377" y="1568581"/>
                  </a:cubicBezTo>
                  <a:cubicBezTo>
                    <a:pt x="671576" y="1590044"/>
                    <a:pt x="608965" y="1601474"/>
                    <a:pt x="544830" y="1601474"/>
                  </a:cubicBezTo>
                  <a:cubicBezTo>
                    <a:pt x="244348" y="1601474"/>
                    <a:pt x="0" y="1357252"/>
                    <a:pt x="0" y="1057024"/>
                  </a:cubicBezTo>
                  <a:cubicBezTo>
                    <a:pt x="0" y="842139"/>
                    <a:pt x="125222" y="655957"/>
                    <a:pt x="306451" y="567437"/>
                  </a:cubicBezTo>
                  <a:cubicBezTo>
                    <a:pt x="351028" y="311786"/>
                    <a:pt x="574802" y="116713"/>
                    <a:pt x="843153" y="116713"/>
                  </a:cubicBezTo>
                  <a:cubicBezTo>
                    <a:pt x="925830" y="116713"/>
                    <a:pt x="1005205" y="135128"/>
                    <a:pt x="1076579" y="168784"/>
                  </a:cubicBezTo>
                  <a:cubicBezTo>
                    <a:pt x="1199896" y="62357"/>
                    <a:pt x="1359662" y="0"/>
                    <a:pt x="1530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69850" y="69977"/>
              <a:ext cx="2648585" cy="1830836"/>
            </a:xfrm>
            <a:custGeom>
              <a:avLst/>
              <a:gdLst/>
              <a:ahLst/>
              <a:cxnLst/>
              <a:rect l="l" t="t" r="r" b="b"/>
              <a:pathLst>
                <a:path w="2648585" h="1830836">
                  <a:moveTo>
                    <a:pt x="1544828" y="0"/>
                  </a:moveTo>
                  <a:cubicBezTo>
                    <a:pt x="1859534" y="0"/>
                    <a:pt x="2126996" y="205995"/>
                    <a:pt x="2219452" y="489967"/>
                  </a:cubicBezTo>
                  <a:lnTo>
                    <a:pt x="2205863" y="494412"/>
                  </a:lnTo>
                  <a:lnTo>
                    <a:pt x="2209927" y="480696"/>
                  </a:lnTo>
                  <a:cubicBezTo>
                    <a:pt x="2463165" y="555626"/>
                    <a:pt x="2648585" y="790196"/>
                    <a:pt x="2648585" y="1067438"/>
                  </a:cubicBezTo>
                  <a:lnTo>
                    <a:pt x="2634234" y="1067438"/>
                  </a:lnTo>
                  <a:lnTo>
                    <a:pt x="2648585" y="1067438"/>
                  </a:lnTo>
                  <a:cubicBezTo>
                    <a:pt x="2648585" y="1404750"/>
                    <a:pt x="2374011" y="1679198"/>
                    <a:pt x="2036445" y="1679198"/>
                  </a:cubicBezTo>
                  <a:lnTo>
                    <a:pt x="2036445" y="1664847"/>
                  </a:lnTo>
                  <a:lnTo>
                    <a:pt x="2036445" y="1679198"/>
                  </a:lnTo>
                  <a:cubicBezTo>
                    <a:pt x="1955292" y="1679198"/>
                    <a:pt x="1875917" y="1662815"/>
                    <a:pt x="1802638" y="1632335"/>
                  </a:cubicBezTo>
                  <a:lnTo>
                    <a:pt x="1808099" y="1619127"/>
                  </a:lnTo>
                  <a:lnTo>
                    <a:pt x="1817624" y="1629795"/>
                  </a:lnTo>
                  <a:cubicBezTo>
                    <a:pt x="1676527" y="1756541"/>
                    <a:pt x="1490980" y="1830836"/>
                    <a:pt x="1295527" y="1830836"/>
                  </a:cubicBezTo>
                  <a:lnTo>
                    <a:pt x="1295527" y="1816485"/>
                  </a:lnTo>
                  <a:lnTo>
                    <a:pt x="1295527" y="1830836"/>
                  </a:lnTo>
                  <a:cubicBezTo>
                    <a:pt x="1079119" y="1830836"/>
                    <a:pt x="878205" y="1741555"/>
                    <a:pt x="734441" y="1592838"/>
                  </a:cubicBezTo>
                  <a:lnTo>
                    <a:pt x="744728" y="1582805"/>
                  </a:lnTo>
                  <a:lnTo>
                    <a:pt x="749681" y="1596267"/>
                  </a:lnTo>
                  <a:cubicBezTo>
                    <a:pt x="689356" y="1618238"/>
                    <a:pt x="625094" y="1630049"/>
                    <a:pt x="559181" y="1630049"/>
                  </a:cubicBezTo>
                  <a:lnTo>
                    <a:pt x="559181" y="1615698"/>
                  </a:lnTo>
                  <a:lnTo>
                    <a:pt x="559181" y="1630049"/>
                  </a:lnTo>
                  <a:cubicBezTo>
                    <a:pt x="250825" y="1630049"/>
                    <a:pt x="0" y="1379350"/>
                    <a:pt x="0" y="1071248"/>
                  </a:cubicBezTo>
                  <a:lnTo>
                    <a:pt x="14478" y="1071248"/>
                  </a:lnTo>
                  <a:lnTo>
                    <a:pt x="127" y="1071248"/>
                  </a:lnTo>
                  <a:cubicBezTo>
                    <a:pt x="127" y="850648"/>
                    <a:pt x="128651" y="659640"/>
                    <a:pt x="314706" y="568834"/>
                  </a:cubicBezTo>
                  <a:lnTo>
                    <a:pt x="321056" y="581788"/>
                  </a:lnTo>
                  <a:lnTo>
                    <a:pt x="306959" y="579375"/>
                  </a:lnTo>
                  <a:cubicBezTo>
                    <a:pt x="352679" y="316866"/>
                    <a:pt x="582295" y="116713"/>
                    <a:pt x="857885" y="116713"/>
                  </a:cubicBezTo>
                  <a:lnTo>
                    <a:pt x="857885" y="131064"/>
                  </a:lnTo>
                  <a:lnTo>
                    <a:pt x="857885" y="116713"/>
                  </a:lnTo>
                  <a:cubicBezTo>
                    <a:pt x="942721" y="116713"/>
                    <a:pt x="1024128" y="135636"/>
                    <a:pt x="1097407" y="170181"/>
                  </a:cubicBezTo>
                  <a:lnTo>
                    <a:pt x="1091311" y="183135"/>
                  </a:lnTo>
                  <a:lnTo>
                    <a:pt x="1081913" y="172213"/>
                  </a:lnTo>
                  <a:cubicBezTo>
                    <a:pt x="1207770" y="63627"/>
                    <a:pt x="1370838" y="0"/>
                    <a:pt x="1545082" y="0"/>
                  </a:cubicBezTo>
                  <a:lnTo>
                    <a:pt x="1545082" y="14351"/>
                  </a:lnTo>
                  <a:lnTo>
                    <a:pt x="1545082" y="28702"/>
                  </a:lnTo>
                  <a:lnTo>
                    <a:pt x="1545082" y="14351"/>
                  </a:lnTo>
                  <a:lnTo>
                    <a:pt x="1545082" y="0"/>
                  </a:lnTo>
                  <a:moveTo>
                    <a:pt x="1545082" y="28702"/>
                  </a:moveTo>
                  <a:lnTo>
                    <a:pt x="1545082" y="0"/>
                  </a:lnTo>
                  <a:lnTo>
                    <a:pt x="1545082" y="28702"/>
                  </a:lnTo>
                  <a:cubicBezTo>
                    <a:pt x="1377950" y="28702"/>
                    <a:pt x="1221486" y="89789"/>
                    <a:pt x="1100709" y="193930"/>
                  </a:cubicBezTo>
                  <a:lnTo>
                    <a:pt x="1093597" y="200026"/>
                  </a:lnTo>
                  <a:lnTo>
                    <a:pt x="1085215" y="196089"/>
                  </a:lnTo>
                  <a:cubicBezTo>
                    <a:pt x="1015746" y="163323"/>
                    <a:pt x="938530" y="145415"/>
                    <a:pt x="857885" y="145415"/>
                  </a:cubicBezTo>
                  <a:cubicBezTo>
                    <a:pt x="596519" y="145415"/>
                    <a:pt x="378714" y="335281"/>
                    <a:pt x="335280" y="584201"/>
                  </a:cubicBezTo>
                  <a:lnTo>
                    <a:pt x="334010" y="591440"/>
                  </a:lnTo>
                  <a:lnTo>
                    <a:pt x="327406" y="594615"/>
                  </a:lnTo>
                  <a:cubicBezTo>
                    <a:pt x="150876" y="680849"/>
                    <a:pt x="28956" y="862078"/>
                    <a:pt x="28956" y="1071248"/>
                  </a:cubicBezTo>
                  <a:cubicBezTo>
                    <a:pt x="28956" y="1363602"/>
                    <a:pt x="266954" y="1601347"/>
                    <a:pt x="559435" y="1601347"/>
                  </a:cubicBezTo>
                  <a:cubicBezTo>
                    <a:pt x="621919" y="1601347"/>
                    <a:pt x="682879" y="1590171"/>
                    <a:pt x="740156" y="1569343"/>
                  </a:cubicBezTo>
                  <a:lnTo>
                    <a:pt x="748919" y="1566168"/>
                  </a:lnTo>
                  <a:lnTo>
                    <a:pt x="755396" y="1572899"/>
                  </a:lnTo>
                  <a:cubicBezTo>
                    <a:pt x="893953" y="1716282"/>
                    <a:pt x="1087374" y="1802134"/>
                    <a:pt x="1295908" y="1802134"/>
                  </a:cubicBezTo>
                  <a:cubicBezTo>
                    <a:pt x="1483995" y="1802134"/>
                    <a:pt x="1662811" y="1730506"/>
                    <a:pt x="1798828" y="1608459"/>
                  </a:cubicBezTo>
                  <a:lnTo>
                    <a:pt x="1805559" y="1602363"/>
                  </a:lnTo>
                  <a:lnTo>
                    <a:pt x="1813941" y="1605792"/>
                  </a:lnTo>
                  <a:cubicBezTo>
                    <a:pt x="1883918" y="1634875"/>
                    <a:pt x="1959483" y="1650369"/>
                    <a:pt x="2036699" y="1650369"/>
                  </a:cubicBezTo>
                  <a:cubicBezTo>
                    <a:pt x="2358390" y="1650369"/>
                    <a:pt x="2620137" y="1388748"/>
                    <a:pt x="2620137" y="1067311"/>
                  </a:cubicBezTo>
                  <a:cubicBezTo>
                    <a:pt x="2620137" y="803277"/>
                    <a:pt x="2443480" y="579502"/>
                    <a:pt x="2202053" y="508128"/>
                  </a:cubicBezTo>
                  <a:lnTo>
                    <a:pt x="2194814" y="505969"/>
                  </a:lnTo>
                  <a:lnTo>
                    <a:pt x="2192528" y="498730"/>
                  </a:lnTo>
                  <a:cubicBezTo>
                    <a:pt x="2103755" y="226061"/>
                    <a:pt x="1847088" y="28575"/>
                    <a:pt x="1545082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639091" y="8600022"/>
            <a:ext cx="489732" cy="519870"/>
            <a:chOff x="0" y="0"/>
            <a:chExt cx="825500" cy="876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5500" cy="876300"/>
            </a:xfrm>
            <a:custGeom>
              <a:avLst/>
              <a:gdLst/>
              <a:ahLst/>
              <a:cxnLst/>
              <a:rect l="l" t="t" r="r" b="b"/>
              <a:pathLst>
                <a:path w="825500" h="876300">
                  <a:moveTo>
                    <a:pt x="0" y="0"/>
                  </a:moveTo>
                  <a:lnTo>
                    <a:pt x="825500" y="0"/>
                  </a:lnTo>
                  <a:lnTo>
                    <a:pt x="8255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6688" y="112026"/>
            <a:ext cx="2017417" cy="1079634"/>
            <a:chOff x="0" y="-13337"/>
            <a:chExt cx="812800" cy="4349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0C0">
                <a:alpha val="88627"/>
              </a:srgbClr>
            </a:solidFill>
            <a:ln w="142875" cap="sq">
              <a:solidFill>
                <a:srgbClr val="000000">
                  <a:alpha val="88627"/>
                </a:srgbClr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13337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4"/>
                </a:lnSpc>
              </a:pPr>
              <a:r>
                <a:rPr lang="en-US" sz="2550" dirty="0">
                  <a:solidFill>
                    <a:srgbClr val="FFFFFF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Nex Era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2709025" y="1925773"/>
            <a:ext cx="5612769" cy="2176605"/>
          </a:xfrm>
          <a:custGeom>
            <a:avLst/>
            <a:gdLst/>
            <a:ahLst/>
            <a:cxnLst/>
            <a:rect l="l" t="t" r="r" b="b"/>
            <a:pathLst>
              <a:path w="5612769" h="2176605">
                <a:moveTo>
                  <a:pt x="0" y="0"/>
                </a:moveTo>
                <a:lnTo>
                  <a:pt x="5612769" y="0"/>
                </a:lnTo>
                <a:lnTo>
                  <a:pt x="5612769" y="2176606"/>
                </a:lnTo>
                <a:lnTo>
                  <a:pt x="0" y="2176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230455" y="4794918"/>
            <a:ext cx="7827090" cy="4463382"/>
          </a:xfrm>
          <a:custGeom>
            <a:avLst/>
            <a:gdLst/>
            <a:ahLst/>
            <a:cxnLst/>
            <a:rect l="l" t="t" r="r" b="b"/>
            <a:pathLst>
              <a:path w="7827090" h="4463382">
                <a:moveTo>
                  <a:pt x="0" y="0"/>
                </a:moveTo>
                <a:lnTo>
                  <a:pt x="7827090" y="0"/>
                </a:lnTo>
                <a:lnTo>
                  <a:pt x="7827090" y="4463382"/>
                </a:lnTo>
                <a:lnTo>
                  <a:pt x="0" y="44633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806258" y="1763433"/>
            <a:ext cx="5997625" cy="3072730"/>
          </a:xfrm>
          <a:custGeom>
            <a:avLst/>
            <a:gdLst/>
            <a:ahLst/>
            <a:cxnLst/>
            <a:rect l="l" t="t" r="r" b="b"/>
            <a:pathLst>
              <a:path w="5997625" h="3072730">
                <a:moveTo>
                  <a:pt x="0" y="0"/>
                </a:moveTo>
                <a:lnTo>
                  <a:pt x="5997625" y="0"/>
                </a:lnTo>
                <a:lnTo>
                  <a:pt x="5997625" y="3072730"/>
                </a:lnTo>
                <a:lnTo>
                  <a:pt x="0" y="30727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289" b="-3289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09560" y="3268339"/>
            <a:ext cx="6561172" cy="3000952"/>
          </a:xfrm>
          <a:custGeom>
            <a:avLst/>
            <a:gdLst/>
            <a:ahLst/>
            <a:cxnLst/>
            <a:rect l="l" t="t" r="r" b="b"/>
            <a:pathLst>
              <a:path w="6561172" h="3000952">
                <a:moveTo>
                  <a:pt x="0" y="0"/>
                </a:moveTo>
                <a:lnTo>
                  <a:pt x="6561173" y="0"/>
                </a:lnTo>
                <a:lnTo>
                  <a:pt x="6561173" y="3000952"/>
                </a:lnTo>
                <a:lnTo>
                  <a:pt x="0" y="3000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5022056" y="61674"/>
            <a:ext cx="8564175" cy="99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TECHNICAL APPROACH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41479" y="1181271"/>
            <a:ext cx="100889" cy="63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B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41241" y="9785004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51" y="1280828"/>
            <a:ext cx="6561172" cy="4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B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METHODOLOGY &amp;PROCESS OF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2732" y="1819756"/>
            <a:ext cx="4025646" cy="63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B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IMPLEMENTATION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57545" y="4102378"/>
            <a:ext cx="4657725" cy="63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A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TECHNOLOGIES USED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30407" y="1067467"/>
            <a:ext cx="1034043" cy="3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6"/>
              </a:lnSpc>
            </a:pPr>
            <a:r>
              <a:rPr lang="en-US" sz="1904" dirty="0">
                <a:solidFill>
                  <a:srgbClr val="6A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SYSTEM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62258" y="7822671"/>
            <a:ext cx="2783586" cy="53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Detailed Report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1683" y="7865910"/>
            <a:ext cx="1164031" cy="421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11" tooltip="https://docs.google.com/document/d/1MdBHstAizW9x-LH4sN0ze2Ys08j33wHl4d-6PjO6lQQ/edit?usp=sharing"/>
              </a:rPr>
              <a:t>Report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0706" y="8188049"/>
            <a:ext cx="1198959" cy="421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12" tooltip="https://github.com/JUGADU-GEEKS/Lanezy.git"/>
              </a:rPr>
              <a:t>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5680455" y="5306892"/>
            <a:ext cx="2257377" cy="288226"/>
            <a:chOff x="0" y="0"/>
            <a:chExt cx="2257374" cy="288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7043" cy="288166"/>
            </a:xfrm>
            <a:custGeom>
              <a:avLst/>
              <a:gdLst/>
              <a:ahLst/>
              <a:cxnLst/>
              <a:rect l="l" t="t" r="r" b="b"/>
              <a:pathLst>
                <a:path w="2257043" h="288166">
                  <a:moveTo>
                    <a:pt x="0" y="0"/>
                  </a:moveTo>
                  <a:lnTo>
                    <a:pt x="0" y="288166"/>
                  </a:lnTo>
                  <a:lnTo>
                    <a:pt x="2257043" y="288166"/>
                  </a:lnTo>
                  <a:lnTo>
                    <a:pt x="2257043" y="0"/>
                  </a:lnTo>
                  <a:close/>
                </a:path>
              </a:pathLst>
            </a:custGeom>
            <a:solidFill>
              <a:srgbClr val="FCFAF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05156" y="2365407"/>
            <a:ext cx="5012041" cy="7772826"/>
            <a:chOff x="0" y="0"/>
            <a:chExt cx="7513751" cy="116525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13751" cy="11652605"/>
            </a:xfrm>
            <a:custGeom>
              <a:avLst/>
              <a:gdLst/>
              <a:ahLst/>
              <a:cxnLst/>
              <a:rect l="l" t="t" r="r" b="b"/>
              <a:pathLst>
                <a:path w="7513751" h="11652605">
                  <a:moveTo>
                    <a:pt x="326685" y="0"/>
                  </a:moveTo>
                  <a:cubicBezTo>
                    <a:pt x="146254" y="0"/>
                    <a:pt x="0" y="177833"/>
                    <a:pt x="0" y="397220"/>
                  </a:cubicBezTo>
                  <a:lnTo>
                    <a:pt x="0" y="11255394"/>
                  </a:lnTo>
                  <a:cubicBezTo>
                    <a:pt x="0" y="11474783"/>
                    <a:pt x="146254" y="11652605"/>
                    <a:pt x="326685" y="11652605"/>
                  </a:cubicBezTo>
                  <a:lnTo>
                    <a:pt x="7189830" y="11652605"/>
                  </a:lnTo>
                  <a:cubicBezTo>
                    <a:pt x="7355685" y="11652605"/>
                    <a:pt x="7492641" y="11502435"/>
                    <a:pt x="7513751" y="11307797"/>
                  </a:cubicBezTo>
                  <a:lnTo>
                    <a:pt x="7513751" y="344818"/>
                  </a:lnTo>
                  <a:cubicBezTo>
                    <a:pt x="7492642" y="150180"/>
                    <a:pt x="7355685" y="0"/>
                    <a:pt x="7189830" y="0"/>
                  </a:cubicBezTo>
                  <a:close/>
                </a:path>
              </a:pathLst>
            </a:custGeom>
            <a:blipFill>
              <a:blip r:embed="rId2"/>
              <a:stretch>
                <a:fillRect t="-3267" b="-326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374272" y="1796060"/>
            <a:ext cx="542925" cy="828675"/>
            <a:chOff x="0" y="0"/>
            <a:chExt cx="723900" cy="11049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3900" cy="1104900"/>
            </a:xfrm>
            <a:custGeom>
              <a:avLst/>
              <a:gdLst/>
              <a:ahLst/>
              <a:cxnLst/>
              <a:rect l="l" t="t" r="r" b="b"/>
              <a:pathLst>
                <a:path w="723900" h="1104900">
                  <a:moveTo>
                    <a:pt x="0" y="0"/>
                  </a:moveTo>
                  <a:lnTo>
                    <a:pt x="723900" y="0"/>
                  </a:lnTo>
                  <a:lnTo>
                    <a:pt x="7239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2241606" y="2468442"/>
            <a:ext cx="5695950" cy="7247163"/>
            <a:chOff x="0" y="0"/>
            <a:chExt cx="7594600" cy="96628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94600" cy="9662922"/>
            </a:xfrm>
            <a:custGeom>
              <a:avLst/>
              <a:gdLst/>
              <a:ahLst/>
              <a:cxnLst/>
              <a:rect l="l" t="t" r="r" b="b"/>
              <a:pathLst>
                <a:path w="7594600" h="9662922">
                  <a:moveTo>
                    <a:pt x="330200" y="0"/>
                  </a:moveTo>
                  <a:cubicBezTo>
                    <a:pt x="147828" y="0"/>
                    <a:pt x="0" y="147828"/>
                    <a:pt x="0" y="330200"/>
                  </a:cubicBezTo>
                  <a:lnTo>
                    <a:pt x="0" y="9336532"/>
                  </a:lnTo>
                  <a:cubicBezTo>
                    <a:pt x="0" y="9501632"/>
                    <a:pt x="121158" y="9638411"/>
                    <a:pt x="279527" y="9662922"/>
                  </a:cubicBezTo>
                  <a:lnTo>
                    <a:pt x="7317994" y="9662922"/>
                  </a:lnTo>
                  <a:cubicBezTo>
                    <a:pt x="7462138" y="9640697"/>
                    <a:pt x="7575550" y="9525253"/>
                    <a:pt x="7594600" y="9380093"/>
                  </a:cubicBezTo>
                  <a:lnTo>
                    <a:pt x="7594600" y="286639"/>
                  </a:lnTo>
                  <a:cubicBezTo>
                    <a:pt x="7573264" y="124841"/>
                    <a:pt x="7434834" y="0"/>
                    <a:pt x="7267194" y="0"/>
                  </a:cubicBezTo>
                  <a:close/>
                </a:path>
              </a:pathLst>
            </a:custGeom>
            <a:blipFill>
              <a:blip r:embed="rId4"/>
              <a:stretch>
                <a:fillRect t="-2620" b="-262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1108031" y="1779791"/>
            <a:ext cx="542925" cy="828675"/>
            <a:chOff x="0" y="0"/>
            <a:chExt cx="723900" cy="1104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3900" cy="1104900"/>
            </a:xfrm>
            <a:custGeom>
              <a:avLst/>
              <a:gdLst/>
              <a:ahLst/>
              <a:cxnLst/>
              <a:rect l="l" t="t" r="r" b="b"/>
              <a:pathLst>
                <a:path w="723900" h="1104900">
                  <a:moveTo>
                    <a:pt x="0" y="0"/>
                  </a:moveTo>
                  <a:lnTo>
                    <a:pt x="723900" y="0"/>
                  </a:lnTo>
                  <a:lnTo>
                    <a:pt x="7239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7351692" y="1895285"/>
            <a:ext cx="542925" cy="828675"/>
            <a:chOff x="0" y="0"/>
            <a:chExt cx="723900" cy="1104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3900" cy="1104900"/>
            </a:xfrm>
            <a:custGeom>
              <a:avLst/>
              <a:gdLst/>
              <a:ahLst/>
              <a:cxnLst/>
              <a:rect l="l" t="t" r="r" b="b"/>
              <a:pathLst>
                <a:path w="723900" h="1104900">
                  <a:moveTo>
                    <a:pt x="0" y="0"/>
                  </a:moveTo>
                  <a:lnTo>
                    <a:pt x="723900" y="0"/>
                  </a:lnTo>
                  <a:lnTo>
                    <a:pt x="7239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697074" y="1637492"/>
            <a:ext cx="2801146" cy="572905"/>
          </a:xfrm>
          <a:custGeom>
            <a:avLst/>
            <a:gdLst/>
            <a:ahLst/>
            <a:cxnLst/>
            <a:rect l="l" t="t" r="r" b="b"/>
            <a:pathLst>
              <a:path w="2801146" h="572905">
                <a:moveTo>
                  <a:pt x="0" y="0"/>
                </a:moveTo>
                <a:lnTo>
                  <a:pt x="2801145" y="0"/>
                </a:lnTo>
                <a:lnTo>
                  <a:pt x="2801145" y="572906"/>
                </a:lnTo>
                <a:lnTo>
                  <a:pt x="0" y="5729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8320787" y="1608801"/>
            <a:ext cx="840962" cy="797871"/>
            <a:chOff x="0" y="0"/>
            <a:chExt cx="840969" cy="797878"/>
          </a:xfrm>
        </p:grpSpPr>
        <p:sp>
          <p:nvSpPr>
            <p:cNvPr id="19" name="Freeform 19"/>
            <p:cNvSpPr/>
            <p:nvPr/>
          </p:nvSpPr>
          <p:spPr>
            <a:xfrm>
              <a:off x="201169" y="63500"/>
              <a:ext cx="576075" cy="545469"/>
            </a:xfrm>
            <a:custGeom>
              <a:avLst/>
              <a:gdLst/>
              <a:ahLst/>
              <a:cxnLst/>
              <a:rect l="l" t="t" r="r" b="b"/>
              <a:pathLst>
                <a:path w="576075" h="545469">
                  <a:moveTo>
                    <a:pt x="561724" y="0"/>
                  </a:moveTo>
                  <a:cubicBezTo>
                    <a:pt x="558549" y="0"/>
                    <a:pt x="555374" y="762"/>
                    <a:pt x="551818" y="2286"/>
                  </a:cubicBezTo>
                  <a:cubicBezTo>
                    <a:pt x="494541" y="26925"/>
                    <a:pt x="441327" y="58167"/>
                    <a:pt x="394972" y="100077"/>
                  </a:cubicBezTo>
                  <a:cubicBezTo>
                    <a:pt x="319407" y="168531"/>
                    <a:pt x="254128" y="246128"/>
                    <a:pt x="194819" y="328806"/>
                  </a:cubicBezTo>
                  <a:cubicBezTo>
                    <a:pt x="187961" y="338458"/>
                    <a:pt x="181103" y="348237"/>
                    <a:pt x="174499" y="357635"/>
                  </a:cubicBezTo>
                  <a:cubicBezTo>
                    <a:pt x="164974" y="343030"/>
                    <a:pt x="156084" y="328425"/>
                    <a:pt x="146178" y="314455"/>
                  </a:cubicBezTo>
                  <a:cubicBezTo>
                    <a:pt x="134367" y="297691"/>
                    <a:pt x="120143" y="283593"/>
                    <a:pt x="102363" y="272671"/>
                  </a:cubicBezTo>
                  <a:cubicBezTo>
                    <a:pt x="92076" y="266321"/>
                    <a:pt x="80391" y="263527"/>
                    <a:pt x="68580" y="263527"/>
                  </a:cubicBezTo>
                  <a:cubicBezTo>
                    <a:pt x="45720" y="263527"/>
                    <a:pt x="22606" y="274195"/>
                    <a:pt x="9906" y="290959"/>
                  </a:cubicBezTo>
                  <a:cubicBezTo>
                    <a:pt x="4445" y="298072"/>
                    <a:pt x="762" y="305946"/>
                    <a:pt x="0" y="314836"/>
                  </a:cubicBezTo>
                  <a:cubicBezTo>
                    <a:pt x="4064" y="314836"/>
                    <a:pt x="8001" y="314709"/>
                    <a:pt x="11811" y="314709"/>
                  </a:cubicBezTo>
                  <a:cubicBezTo>
                    <a:pt x="14097" y="314709"/>
                    <a:pt x="16256" y="314709"/>
                    <a:pt x="18415" y="314963"/>
                  </a:cubicBezTo>
                  <a:cubicBezTo>
                    <a:pt x="36068" y="316487"/>
                    <a:pt x="46863" y="327790"/>
                    <a:pt x="55880" y="341633"/>
                  </a:cubicBezTo>
                  <a:cubicBezTo>
                    <a:pt x="74295" y="369573"/>
                    <a:pt x="88774" y="399545"/>
                    <a:pt x="101728" y="430152"/>
                  </a:cubicBezTo>
                  <a:cubicBezTo>
                    <a:pt x="117222" y="466983"/>
                    <a:pt x="133605" y="503305"/>
                    <a:pt x="154306" y="537468"/>
                  </a:cubicBezTo>
                  <a:cubicBezTo>
                    <a:pt x="157608" y="542802"/>
                    <a:pt x="161291" y="545469"/>
                    <a:pt x="164974" y="545469"/>
                  </a:cubicBezTo>
                  <a:cubicBezTo>
                    <a:pt x="168657" y="545469"/>
                    <a:pt x="172213" y="542929"/>
                    <a:pt x="175388" y="537849"/>
                  </a:cubicBezTo>
                  <a:cubicBezTo>
                    <a:pt x="191390" y="511941"/>
                    <a:pt x="207265" y="485906"/>
                    <a:pt x="223267" y="459998"/>
                  </a:cubicBezTo>
                  <a:cubicBezTo>
                    <a:pt x="264796" y="392814"/>
                    <a:pt x="301373" y="322456"/>
                    <a:pt x="350141" y="259971"/>
                  </a:cubicBezTo>
                  <a:cubicBezTo>
                    <a:pt x="374398" y="228983"/>
                    <a:pt x="398020" y="197360"/>
                    <a:pt x="423420" y="167261"/>
                  </a:cubicBezTo>
                  <a:cubicBezTo>
                    <a:pt x="467871" y="114682"/>
                    <a:pt x="516766" y="66422"/>
                    <a:pt x="566804" y="19178"/>
                  </a:cubicBezTo>
                  <a:cubicBezTo>
                    <a:pt x="569852" y="16257"/>
                    <a:pt x="573027" y="13336"/>
                    <a:pt x="576075" y="10415"/>
                  </a:cubicBezTo>
                  <a:lnTo>
                    <a:pt x="576075" y="6096"/>
                  </a:lnTo>
                  <a:cubicBezTo>
                    <a:pt x="571376" y="1905"/>
                    <a:pt x="566550" y="0"/>
                    <a:pt x="561597" y="0"/>
                  </a:cubicBezTo>
                  <a:close/>
                </a:path>
              </a:pathLst>
            </a:custGeom>
            <a:solidFill>
              <a:srgbClr val="464A51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3500" y="109221"/>
              <a:ext cx="625224" cy="625098"/>
            </a:xfrm>
            <a:custGeom>
              <a:avLst/>
              <a:gdLst/>
              <a:ahLst/>
              <a:cxnLst/>
              <a:rect l="l" t="t" r="r" b="b"/>
              <a:pathLst>
                <a:path w="625224" h="625098">
                  <a:moveTo>
                    <a:pt x="586743" y="162180"/>
                  </a:moveTo>
                  <a:lnTo>
                    <a:pt x="538102" y="210821"/>
                  </a:lnTo>
                  <a:cubicBezTo>
                    <a:pt x="552199" y="241809"/>
                    <a:pt x="559946" y="276227"/>
                    <a:pt x="559946" y="312549"/>
                  </a:cubicBezTo>
                  <a:cubicBezTo>
                    <a:pt x="559946" y="449202"/>
                    <a:pt x="449202" y="559820"/>
                    <a:pt x="312676" y="559820"/>
                  </a:cubicBezTo>
                  <a:cubicBezTo>
                    <a:pt x="176150" y="559820"/>
                    <a:pt x="65279" y="449202"/>
                    <a:pt x="65279" y="312549"/>
                  </a:cubicBezTo>
                  <a:cubicBezTo>
                    <a:pt x="65279" y="175896"/>
                    <a:pt x="176023" y="65278"/>
                    <a:pt x="312549" y="65278"/>
                  </a:cubicBezTo>
                  <a:cubicBezTo>
                    <a:pt x="346712" y="65278"/>
                    <a:pt x="379224" y="72263"/>
                    <a:pt x="408815" y="84709"/>
                  </a:cubicBezTo>
                  <a:lnTo>
                    <a:pt x="457838" y="35687"/>
                  </a:lnTo>
                  <a:cubicBezTo>
                    <a:pt x="414531" y="12827"/>
                    <a:pt x="365000" y="0"/>
                    <a:pt x="312676" y="0"/>
                  </a:cubicBezTo>
                  <a:cubicBezTo>
                    <a:pt x="139955" y="0"/>
                    <a:pt x="0" y="139955"/>
                    <a:pt x="0" y="312549"/>
                  </a:cubicBezTo>
                  <a:cubicBezTo>
                    <a:pt x="0" y="485143"/>
                    <a:pt x="139955" y="625098"/>
                    <a:pt x="312676" y="625098"/>
                  </a:cubicBezTo>
                  <a:cubicBezTo>
                    <a:pt x="485397" y="625098"/>
                    <a:pt x="625225" y="485143"/>
                    <a:pt x="625225" y="312549"/>
                  </a:cubicBezTo>
                  <a:cubicBezTo>
                    <a:pt x="625225" y="258066"/>
                    <a:pt x="611255" y="206757"/>
                    <a:pt x="586743" y="162180"/>
                  </a:cubicBezTo>
                  <a:close/>
                </a:path>
              </a:pathLst>
            </a:custGeom>
            <a:solidFill>
              <a:srgbClr val="464A51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4496808" y="1637492"/>
            <a:ext cx="753287" cy="797974"/>
            <a:chOff x="0" y="0"/>
            <a:chExt cx="1498600" cy="1587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98600" cy="1587500"/>
            </a:xfrm>
            <a:custGeom>
              <a:avLst/>
              <a:gdLst/>
              <a:ahLst/>
              <a:cxnLst/>
              <a:rect l="l" t="t" r="r" b="b"/>
              <a:pathLst>
                <a:path w="1498600" h="1587500">
                  <a:moveTo>
                    <a:pt x="0" y="0"/>
                  </a:moveTo>
                  <a:lnTo>
                    <a:pt x="1498600" y="0"/>
                  </a:lnTo>
                  <a:lnTo>
                    <a:pt x="1498600" y="1587500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7358062" y="7621915"/>
            <a:ext cx="3584819" cy="19050"/>
            <a:chOff x="0" y="0"/>
            <a:chExt cx="3584829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87755" cy="19050"/>
            </a:xfrm>
            <a:custGeom>
              <a:avLst/>
              <a:gdLst/>
              <a:ahLst/>
              <a:cxnLst/>
              <a:rect l="l" t="t" r="r" b="b"/>
              <a:pathLst>
                <a:path w="4087755" h="19050">
                  <a:moveTo>
                    <a:pt x="0" y="0"/>
                  </a:moveTo>
                  <a:lnTo>
                    <a:pt x="0" y="19050"/>
                  </a:lnTo>
                  <a:lnTo>
                    <a:pt x="1887985" y="19050"/>
                  </a:lnTo>
                  <a:lnTo>
                    <a:pt x="1887985" y="0"/>
                  </a:lnTo>
                  <a:close/>
                  <a:moveTo>
                    <a:pt x="2001650" y="0"/>
                  </a:moveTo>
                  <a:lnTo>
                    <a:pt x="2001650" y="19050"/>
                  </a:lnTo>
                  <a:lnTo>
                    <a:pt x="2408686" y="19050"/>
                  </a:lnTo>
                  <a:lnTo>
                    <a:pt x="2408686" y="0"/>
                  </a:lnTo>
                  <a:close/>
                  <a:moveTo>
                    <a:pt x="2991871" y="0"/>
                  </a:moveTo>
                  <a:lnTo>
                    <a:pt x="2991871" y="19050"/>
                  </a:lnTo>
                  <a:lnTo>
                    <a:pt x="3087883" y="19050"/>
                  </a:lnTo>
                  <a:lnTo>
                    <a:pt x="3087883" y="0"/>
                  </a:lnTo>
                  <a:close/>
                  <a:moveTo>
                    <a:pt x="3360045" y="0"/>
                  </a:moveTo>
                  <a:lnTo>
                    <a:pt x="3360045" y="19050"/>
                  </a:lnTo>
                  <a:lnTo>
                    <a:pt x="4087755" y="19050"/>
                  </a:lnTo>
                  <a:lnTo>
                    <a:pt x="4087755" y="0"/>
                  </a:lnTo>
                  <a:close/>
                </a:path>
              </a:pathLst>
            </a:custGeom>
            <a:solidFill>
              <a:srgbClr val="FFEBCA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23581" y="5365281"/>
            <a:ext cx="3067307" cy="540963"/>
            <a:chOff x="0" y="0"/>
            <a:chExt cx="3067304" cy="5409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67299" cy="541015"/>
            </a:xfrm>
            <a:custGeom>
              <a:avLst/>
              <a:gdLst/>
              <a:ahLst/>
              <a:cxnLst/>
              <a:rect l="l" t="t" r="r" b="b"/>
              <a:pathLst>
                <a:path w="3067299" h="541015">
                  <a:moveTo>
                    <a:pt x="0" y="541015"/>
                  </a:moveTo>
                  <a:lnTo>
                    <a:pt x="3067299" y="541015"/>
                  </a:lnTo>
                  <a:lnTo>
                    <a:pt x="30672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657746" y="555193"/>
            <a:ext cx="717223" cy="672884"/>
            <a:chOff x="0" y="0"/>
            <a:chExt cx="717220" cy="6728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7167" cy="672846"/>
            </a:xfrm>
            <a:custGeom>
              <a:avLst/>
              <a:gdLst/>
              <a:ahLst/>
              <a:cxnLst/>
              <a:rect l="l" t="t" r="r" b="b"/>
              <a:pathLst>
                <a:path w="717167" h="672846">
                  <a:moveTo>
                    <a:pt x="0" y="672846"/>
                  </a:moveTo>
                  <a:lnTo>
                    <a:pt x="717167" y="672846"/>
                  </a:lnTo>
                  <a:lnTo>
                    <a:pt x="7171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680455" y="5306882"/>
            <a:ext cx="2257101" cy="288226"/>
            <a:chOff x="0" y="0"/>
            <a:chExt cx="2257095" cy="28822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57041" cy="288166"/>
            </a:xfrm>
            <a:custGeom>
              <a:avLst/>
              <a:gdLst/>
              <a:ahLst/>
              <a:cxnLst/>
              <a:rect l="l" t="t" r="r" b="b"/>
              <a:pathLst>
                <a:path w="2257041" h="288166">
                  <a:moveTo>
                    <a:pt x="0" y="288166"/>
                  </a:moveTo>
                  <a:lnTo>
                    <a:pt x="2257041" y="288166"/>
                  </a:lnTo>
                  <a:lnTo>
                    <a:pt x="22570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6937660" y="2007737"/>
            <a:ext cx="541830" cy="824074"/>
            <a:chOff x="0" y="0"/>
            <a:chExt cx="541833" cy="82407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1786" cy="824107"/>
            </a:xfrm>
            <a:custGeom>
              <a:avLst/>
              <a:gdLst/>
              <a:ahLst/>
              <a:cxnLst/>
              <a:rect l="l" t="t" r="r" b="b"/>
              <a:pathLst>
                <a:path w="541786" h="824107">
                  <a:moveTo>
                    <a:pt x="0" y="824107"/>
                  </a:moveTo>
                  <a:lnTo>
                    <a:pt x="541786" y="824107"/>
                  </a:lnTo>
                  <a:lnTo>
                    <a:pt x="5417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Freeform 35"/>
          <p:cNvSpPr/>
          <p:nvPr/>
        </p:nvSpPr>
        <p:spPr>
          <a:xfrm>
            <a:off x="6448862" y="2365407"/>
            <a:ext cx="5148114" cy="7619208"/>
          </a:xfrm>
          <a:custGeom>
            <a:avLst/>
            <a:gdLst/>
            <a:ahLst/>
            <a:cxnLst/>
            <a:rect l="l" t="t" r="r" b="b"/>
            <a:pathLst>
              <a:path w="5148114" h="7619208">
                <a:moveTo>
                  <a:pt x="0" y="0"/>
                </a:moveTo>
                <a:lnTo>
                  <a:pt x="5148113" y="0"/>
                </a:lnTo>
                <a:lnTo>
                  <a:pt x="5148113" y="7619208"/>
                </a:lnTo>
                <a:lnTo>
                  <a:pt x="0" y="76192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4733954" y="121328"/>
            <a:ext cx="9335959" cy="89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3"/>
              </a:lnSpc>
            </a:pPr>
            <a:r>
              <a:rPr lang="en-US" sz="4831" dirty="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FEASIBILITY AND VIABILITY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02743" y="1537221"/>
            <a:ext cx="99660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8275" y="1188981"/>
            <a:ext cx="4699035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FEASIBILITY</a:t>
            </a:r>
            <a:r>
              <a:rPr lang="en-US" sz="3077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ANALYSIS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20374" y="1159231"/>
            <a:ext cx="2117265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VIABILITY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659164" y="1166519"/>
            <a:ext cx="4522127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BUSINESS POTENTIAL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623155" y="9792672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39735" y="7311885"/>
            <a:ext cx="69418" cy="39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43" b="1" dirty="0">
                <a:solidFill>
                  <a:srgbClr val="FFEBC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442517" y="164458"/>
            <a:ext cx="2062938" cy="1079634"/>
            <a:chOff x="-1100587" y="-219530"/>
            <a:chExt cx="831140" cy="434975"/>
          </a:xfrm>
        </p:grpSpPr>
        <p:sp>
          <p:nvSpPr>
            <p:cNvPr id="45" name="Freeform 45"/>
            <p:cNvSpPr/>
            <p:nvPr/>
          </p:nvSpPr>
          <p:spPr>
            <a:xfrm>
              <a:off x="-1100587" y="-200641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0C0">
                <a:alpha val="88627"/>
              </a:srgbClr>
            </a:solidFill>
            <a:ln w="142875" cap="sq">
              <a:solidFill>
                <a:srgbClr val="000000">
                  <a:alpha val="88627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-1082247" y="-219530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4"/>
                </a:lnSpc>
              </a:pPr>
              <a:r>
                <a:rPr lang="en-US" sz="2550" dirty="0">
                  <a:solidFill>
                    <a:srgbClr val="FFFFFF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Nex Era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BAA9D1D8-9660-453B-9DC2-67B1E831A3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70542" y="149534"/>
            <a:ext cx="21240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40"/>
          <p:cNvSpPr/>
          <p:nvPr/>
        </p:nvSpPr>
        <p:spPr>
          <a:xfrm>
            <a:off x="-3" y="9532177"/>
            <a:ext cx="18287999" cy="754888"/>
          </a:xfrm>
          <a:custGeom>
            <a:avLst/>
            <a:gdLst/>
            <a:ahLst/>
            <a:cxnLst/>
            <a:rect l="l" t="t" r="r" b="b"/>
            <a:pathLst>
              <a:path w="18288002" h="754888">
                <a:moveTo>
                  <a:pt x="0" y="754888"/>
                </a:moveTo>
                <a:lnTo>
                  <a:pt x="18288002" y="754888"/>
                </a:lnTo>
                <a:lnTo>
                  <a:pt x="1828800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1" name="TextBox 41"/>
          <p:cNvSpPr txBox="1"/>
          <p:nvPr/>
        </p:nvSpPr>
        <p:spPr>
          <a:xfrm>
            <a:off x="7664653" y="9627108"/>
            <a:ext cx="348949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246356" y="9643853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43429" y="153566"/>
            <a:ext cx="8042281" cy="95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IMPACT AND BENEFITS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CAA0D5F-4ECC-4492-9489-E06AA1C8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2680" y="378247"/>
            <a:ext cx="2124075" cy="1047750"/>
          </a:xfrm>
          <a:prstGeom prst="rect">
            <a:avLst/>
          </a:prstGeom>
        </p:spPr>
      </p:pic>
      <p:pic>
        <p:nvPicPr>
          <p:cNvPr id="71" name="Picture 70" descr="slide_part1_benef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71600"/>
            <a:ext cx="3474720" cy="4846320"/>
          </a:xfrm>
          <a:prstGeom prst="rect">
            <a:avLst/>
          </a:prstGeom>
        </p:spPr>
      </p:pic>
      <p:pic>
        <p:nvPicPr>
          <p:cNvPr id="72" name="Picture 71" descr="slide_part2_venn_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1371600"/>
            <a:ext cx="4389120" cy="4846320"/>
          </a:xfrm>
          <a:prstGeom prst="rect">
            <a:avLst/>
          </a:prstGeom>
        </p:spPr>
      </p:pic>
      <p:pic>
        <p:nvPicPr>
          <p:cNvPr id="73" name="Picture 72" descr="slide_part3_impac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1371600"/>
            <a:ext cx="3474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04784"/>
            <a:ext cx="18287619" cy="582168"/>
            <a:chOff x="0" y="0"/>
            <a:chExt cx="24383492" cy="7762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776224"/>
            </a:xfrm>
            <a:custGeom>
              <a:avLst/>
              <a:gdLst/>
              <a:ahLst/>
              <a:cxnLst/>
              <a:rect l="l" t="t" r="r" b="b"/>
              <a:pathLst>
                <a:path w="24383492" h="776224">
                  <a:moveTo>
                    <a:pt x="0" y="0"/>
                  </a:moveTo>
                  <a:lnTo>
                    <a:pt x="0" y="776224"/>
                  </a:lnTo>
                  <a:lnTo>
                    <a:pt x="24383492" y="776224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143500"/>
            <a:ext cx="18285809" cy="4562475"/>
            <a:chOff x="0" y="0"/>
            <a:chExt cx="24381079" cy="6083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1079" cy="6083300"/>
            </a:xfrm>
            <a:custGeom>
              <a:avLst/>
              <a:gdLst/>
              <a:ahLst/>
              <a:cxnLst/>
              <a:rect l="l" t="t" r="r" b="b"/>
              <a:pathLst>
                <a:path w="24381079" h="6083300">
                  <a:moveTo>
                    <a:pt x="0" y="0"/>
                  </a:moveTo>
                  <a:lnTo>
                    <a:pt x="24381079" y="0"/>
                  </a:lnTo>
                  <a:lnTo>
                    <a:pt x="24381079" y="6083300"/>
                  </a:lnTo>
                  <a:lnTo>
                    <a:pt x="0" y="608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50393" b="-15039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3375" y="6034002"/>
            <a:ext cx="5524500" cy="3228975"/>
            <a:chOff x="0" y="0"/>
            <a:chExt cx="7366000" cy="4305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66000" cy="4305300"/>
            </a:xfrm>
            <a:custGeom>
              <a:avLst/>
              <a:gdLst/>
              <a:ahLst/>
              <a:cxnLst/>
              <a:rect l="l" t="t" r="r" b="b"/>
              <a:pathLst>
                <a:path w="7366000" h="4305300">
                  <a:moveTo>
                    <a:pt x="0" y="0"/>
                  </a:moveTo>
                  <a:lnTo>
                    <a:pt x="7366000" y="0"/>
                  </a:lnTo>
                  <a:lnTo>
                    <a:pt x="736600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991" r="-2499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498941" y="6034002"/>
            <a:ext cx="5210175" cy="3219450"/>
            <a:chOff x="0" y="0"/>
            <a:chExt cx="6946900" cy="4292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46900" cy="4292600"/>
            </a:xfrm>
            <a:custGeom>
              <a:avLst/>
              <a:gdLst/>
              <a:ahLst/>
              <a:cxnLst/>
              <a:rect l="l" t="t" r="r" b="b"/>
              <a:pathLst>
                <a:path w="6946900" h="4292600">
                  <a:moveTo>
                    <a:pt x="0" y="0"/>
                  </a:moveTo>
                  <a:lnTo>
                    <a:pt x="6946900" y="0"/>
                  </a:lnTo>
                  <a:lnTo>
                    <a:pt x="6946900" y="4292600"/>
                  </a:lnTo>
                  <a:lnTo>
                    <a:pt x="0" y="429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280" r="-2928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309615" y="5279003"/>
            <a:ext cx="6715125" cy="4200525"/>
            <a:chOff x="0" y="0"/>
            <a:chExt cx="8953500" cy="5600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953500" cy="5600700"/>
            </a:xfrm>
            <a:custGeom>
              <a:avLst/>
              <a:gdLst/>
              <a:ahLst/>
              <a:cxnLst/>
              <a:rect l="l" t="t" r="r" b="b"/>
              <a:pathLst>
                <a:path w="8953500" h="5600700">
                  <a:moveTo>
                    <a:pt x="0" y="0"/>
                  </a:moveTo>
                  <a:lnTo>
                    <a:pt x="8953500" y="0"/>
                  </a:lnTo>
                  <a:lnTo>
                    <a:pt x="8953500" y="5600700"/>
                  </a:lnTo>
                  <a:lnTo>
                    <a:pt x="0" y="560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257" r="-3025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5983160" y="6020705"/>
            <a:ext cx="1638090" cy="1587456"/>
          </a:xfrm>
          <a:custGeom>
            <a:avLst/>
            <a:gdLst/>
            <a:ahLst/>
            <a:cxnLst/>
            <a:rect l="l" t="t" r="r" b="b"/>
            <a:pathLst>
              <a:path w="1638090" h="1587456">
                <a:moveTo>
                  <a:pt x="0" y="0"/>
                </a:moveTo>
                <a:lnTo>
                  <a:pt x="1638090" y="0"/>
                </a:lnTo>
                <a:lnTo>
                  <a:pt x="1638090" y="1587455"/>
                </a:lnTo>
                <a:lnTo>
                  <a:pt x="0" y="1587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94" b="-95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198744" y="1498079"/>
            <a:ext cx="3724275" cy="266700"/>
            <a:chOff x="0" y="0"/>
            <a:chExt cx="4965700" cy="355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65700" cy="355600"/>
            </a:xfrm>
            <a:custGeom>
              <a:avLst/>
              <a:gdLst/>
              <a:ahLst/>
              <a:cxnLst/>
              <a:rect l="l" t="t" r="r" b="b"/>
              <a:pathLst>
                <a:path w="4965700" h="355600">
                  <a:moveTo>
                    <a:pt x="0" y="0"/>
                  </a:moveTo>
                  <a:lnTo>
                    <a:pt x="4965700" y="0"/>
                  </a:lnTo>
                  <a:lnTo>
                    <a:pt x="49657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46" b="-64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598476" y="4630722"/>
            <a:ext cx="637413" cy="19050"/>
            <a:chOff x="0" y="0"/>
            <a:chExt cx="849884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023293" y="4628664"/>
            <a:ext cx="637413" cy="19050"/>
            <a:chOff x="0" y="0"/>
            <a:chExt cx="849884" cy="2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291520" y="4628664"/>
            <a:ext cx="637413" cy="19050"/>
            <a:chOff x="0" y="0"/>
            <a:chExt cx="849884" cy="25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710851" y="4628664"/>
            <a:ext cx="637413" cy="19050"/>
            <a:chOff x="0" y="0"/>
            <a:chExt cx="849884" cy="25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020377" y="4628664"/>
            <a:ext cx="637413" cy="19050"/>
            <a:chOff x="0" y="0"/>
            <a:chExt cx="849884" cy="25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3437108" y="4630722"/>
            <a:ext cx="637413" cy="19050"/>
            <a:chOff x="0" y="0"/>
            <a:chExt cx="849884" cy="25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713859" y="4630722"/>
            <a:ext cx="637413" cy="19050"/>
            <a:chOff x="0" y="0"/>
            <a:chExt cx="849884" cy="25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493517" y="283349"/>
            <a:ext cx="2337858" cy="1224343"/>
            <a:chOff x="0" y="0"/>
            <a:chExt cx="2832100" cy="1397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32100" cy="1397000"/>
            </a:xfrm>
            <a:custGeom>
              <a:avLst/>
              <a:gdLst/>
              <a:ahLst/>
              <a:cxnLst/>
              <a:rect l="l" t="t" r="r" b="b"/>
              <a:pathLst>
                <a:path w="2832100" h="1397000">
                  <a:moveTo>
                    <a:pt x="0" y="0"/>
                  </a:moveTo>
                  <a:lnTo>
                    <a:pt x="2832100" y="0"/>
                  </a:lnTo>
                  <a:lnTo>
                    <a:pt x="28321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940067" y="1774409"/>
            <a:ext cx="2060590" cy="2518737"/>
            <a:chOff x="0" y="-5627"/>
            <a:chExt cx="839657" cy="1026344"/>
          </a:xfrm>
        </p:grpSpPr>
        <p:sp>
          <p:nvSpPr>
            <p:cNvPr id="32" name="Freeform 32"/>
            <p:cNvSpPr/>
            <p:nvPr/>
          </p:nvSpPr>
          <p:spPr>
            <a:xfrm>
              <a:off x="0" y="-5627"/>
              <a:ext cx="839657" cy="1026344"/>
            </a:xfrm>
            <a:custGeom>
              <a:avLst/>
              <a:gdLst/>
              <a:ahLst/>
              <a:cxnLst/>
              <a:rect l="l" t="t" r="r" b="b"/>
              <a:pathLst>
                <a:path w="839657" h="1026344">
                  <a:moveTo>
                    <a:pt x="419828" y="0"/>
                  </a:moveTo>
                  <a:lnTo>
                    <a:pt x="839657" y="203200"/>
                  </a:lnTo>
                  <a:lnTo>
                    <a:pt x="839657" y="823144"/>
                  </a:lnTo>
                  <a:lnTo>
                    <a:pt x="419828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19828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53975"/>
              <a:ext cx="839657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Sub-80ms Auto Block Engine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578548" y="1778294"/>
            <a:ext cx="1927996" cy="2445091"/>
            <a:chOff x="0" y="-35079"/>
            <a:chExt cx="809290" cy="1026344"/>
          </a:xfrm>
        </p:grpSpPr>
        <p:sp>
          <p:nvSpPr>
            <p:cNvPr id="35" name="Freeform 35"/>
            <p:cNvSpPr/>
            <p:nvPr/>
          </p:nvSpPr>
          <p:spPr>
            <a:xfrm>
              <a:off x="0" y="-35079"/>
              <a:ext cx="809290" cy="1026344"/>
            </a:xfrm>
            <a:custGeom>
              <a:avLst/>
              <a:gdLst/>
              <a:ahLst/>
              <a:cxnLst/>
              <a:rect l="l" t="t" r="r" b="b"/>
              <a:pathLst>
                <a:path w="809290" h="1026344">
                  <a:moveTo>
                    <a:pt x="404645" y="0"/>
                  </a:moveTo>
                  <a:lnTo>
                    <a:pt x="809290" y="203200"/>
                  </a:lnTo>
                  <a:lnTo>
                    <a:pt x="809290" y="823144"/>
                  </a:lnTo>
                  <a:lnTo>
                    <a:pt x="404645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04645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53975"/>
              <a:ext cx="809290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CERT-In / RBI Guidelines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169924" y="1767488"/>
            <a:ext cx="2024558" cy="2499425"/>
            <a:chOff x="0" y="0"/>
            <a:chExt cx="831349" cy="102634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31349" cy="1026344"/>
            </a:xfrm>
            <a:custGeom>
              <a:avLst/>
              <a:gdLst/>
              <a:ahLst/>
              <a:cxnLst/>
              <a:rect l="l" t="t" r="r" b="b"/>
              <a:pathLst>
                <a:path w="831349" h="1026344">
                  <a:moveTo>
                    <a:pt x="415674" y="0"/>
                  </a:moveTo>
                  <a:lnTo>
                    <a:pt x="831349" y="203200"/>
                  </a:lnTo>
                  <a:lnTo>
                    <a:pt x="831349" y="823144"/>
                  </a:lnTo>
                  <a:lnTo>
                    <a:pt x="415674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15674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53975"/>
              <a:ext cx="831349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Watermarking Signal Check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67177" y="1783664"/>
            <a:ext cx="1979969" cy="2495298"/>
            <a:chOff x="0" y="-11514"/>
            <a:chExt cx="814383" cy="1026344"/>
          </a:xfrm>
        </p:grpSpPr>
        <p:sp>
          <p:nvSpPr>
            <p:cNvPr id="41" name="Freeform 41"/>
            <p:cNvSpPr/>
            <p:nvPr/>
          </p:nvSpPr>
          <p:spPr>
            <a:xfrm>
              <a:off x="0" y="-11514"/>
              <a:ext cx="810014" cy="1026344"/>
            </a:xfrm>
            <a:custGeom>
              <a:avLst/>
              <a:gdLst/>
              <a:ahLst/>
              <a:cxnLst/>
              <a:rect l="l" t="t" r="r" b="b"/>
              <a:pathLst>
                <a:path w="810014" h="1026344">
                  <a:moveTo>
                    <a:pt x="405007" y="0"/>
                  </a:moveTo>
                  <a:lnTo>
                    <a:pt x="810014" y="203200"/>
                  </a:lnTo>
                  <a:lnTo>
                    <a:pt x="810014" y="823144"/>
                  </a:lnTo>
                  <a:lnTo>
                    <a:pt x="405007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05007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4369" y="48752"/>
              <a:ext cx="810014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40+ Dialects Phonetic Shield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98388" y="1783591"/>
            <a:ext cx="2072658" cy="2495298"/>
            <a:chOff x="0" y="0"/>
            <a:chExt cx="852507" cy="1026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52507" cy="1026344"/>
            </a:xfrm>
            <a:custGeom>
              <a:avLst/>
              <a:gdLst/>
              <a:ahLst/>
              <a:cxnLst/>
              <a:rect l="l" t="t" r="r" b="b"/>
              <a:pathLst>
                <a:path w="852507" h="1026344">
                  <a:moveTo>
                    <a:pt x="426254" y="0"/>
                  </a:moveTo>
                  <a:lnTo>
                    <a:pt x="852507" y="203200"/>
                  </a:lnTo>
                  <a:lnTo>
                    <a:pt x="852507" y="823144"/>
                  </a:lnTo>
                  <a:lnTo>
                    <a:pt x="426254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26254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53975"/>
              <a:ext cx="852507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Wav2Vec 2.0 Self-Supervis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744050" y="1875121"/>
            <a:ext cx="2034872" cy="2418574"/>
            <a:chOff x="0" y="-5627"/>
            <a:chExt cx="863517" cy="1026344"/>
          </a:xfrm>
        </p:grpSpPr>
        <p:sp>
          <p:nvSpPr>
            <p:cNvPr id="47" name="Freeform 47"/>
            <p:cNvSpPr/>
            <p:nvPr/>
          </p:nvSpPr>
          <p:spPr>
            <a:xfrm>
              <a:off x="0" y="-5627"/>
              <a:ext cx="863517" cy="1026344"/>
            </a:xfrm>
            <a:custGeom>
              <a:avLst/>
              <a:gdLst/>
              <a:ahLst/>
              <a:cxnLst/>
              <a:rect l="l" t="t" r="r" b="b"/>
              <a:pathLst>
                <a:path w="863517" h="1026344">
                  <a:moveTo>
                    <a:pt x="431758" y="0"/>
                  </a:moveTo>
                  <a:lnTo>
                    <a:pt x="863517" y="203200"/>
                  </a:lnTo>
                  <a:lnTo>
                    <a:pt x="863517" y="823144"/>
                  </a:lnTo>
                  <a:lnTo>
                    <a:pt x="431758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31758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53975"/>
              <a:ext cx="863517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AASIST/RawNet2 Graph Neural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94358" y="1888381"/>
            <a:ext cx="1960732" cy="2418574"/>
            <a:chOff x="0" y="0"/>
            <a:chExt cx="832055" cy="10263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32055" cy="1026344"/>
            </a:xfrm>
            <a:custGeom>
              <a:avLst/>
              <a:gdLst/>
              <a:ahLst/>
              <a:cxnLst/>
              <a:rect l="l" t="t" r="r" b="b"/>
              <a:pathLst>
                <a:path w="832055" h="1026344">
                  <a:moveTo>
                    <a:pt x="416027" y="0"/>
                  </a:moveTo>
                  <a:lnTo>
                    <a:pt x="832055" y="203200"/>
                  </a:lnTo>
                  <a:lnTo>
                    <a:pt x="832055" y="823144"/>
                  </a:lnTo>
                  <a:lnTo>
                    <a:pt x="416027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16027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53975"/>
              <a:ext cx="832055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ASVspoof 2021 Benchmark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304799" y="140132"/>
            <a:ext cx="2134859" cy="1131570"/>
          </a:xfrm>
          <a:custGeom>
            <a:avLst/>
            <a:gdLst/>
            <a:ahLst/>
            <a:cxnLst/>
            <a:rect l="l" t="t" r="r" b="b"/>
            <a:pathLst>
              <a:path w="2381918" h="1271702">
                <a:moveTo>
                  <a:pt x="0" y="0"/>
                </a:moveTo>
                <a:lnTo>
                  <a:pt x="2381918" y="0"/>
                </a:lnTo>
                <a:lnTo>
                  <a:pt x="2381918" y="1271702"/>
                </a:lnTo>
                <a:lnTo>
                  <a:pt x="0" y="127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3816848" y="140132"/>
            <a:ext cx="10634043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33348" y="9740217"/>
            <a:ext cx="3489493" cy="38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246356" y="9756962"/>
            <a:ext cx="129683" cy="38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921771" y="4936284"/>
            <a:ext cx="2196846" cy="122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sz="5793" b="1" dirty="0">
                <a:solidFill>
                  <a:srgbClr val="BFBFB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UI/UX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77885" y="4598708"/>
            <a:ext cx="841183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9" tooltip="https://docs.ultralytics.com/models/yolov5/"/>
              </a:rPr>
              <a:t>LINK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50200" y="4581039"/>
            <a:ext cx="779856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0" tooltip="https://www.omnidim.io/"/>
              </a:rPr>
              <a:t>LINK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063819" y="4638142"/>
            <a:ext cx="790556" cy="37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66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1" tooltip="https://www.niti.gov.in/sites/default/files/2019-01/NationalStrategy-for-AI-Discussion-Paper.pdf"/>
              </a:rPr>
              <a:t>LINK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68850" y="4561989"/>
            <a:ext cx="872531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2" tooltip="https://morth.nic.in/road-accidents-india-2022"/>
              </a:rPr>
              <a:t>LINK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024740" y="4542939"/>
            <a:ext cx="787956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2" tooltip="https://morth.nic.in/road-accidents-india-2022"/>
              </a:rPr>
              <a:t>LINK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327170" y="4552464"/>
            <a:ext cx="1013784" cy="41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3" tooltip="https://onlinlinelibrary.wiley.com/doi/abs/10.1111/j.1553-2712.2002.tb02131.x"/>
              </a:rPr>
              <a:t>LINK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750654" y="4504315"/>
            <a:ext cx="841696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4" tooltip="https://ops.fhwa.dot.gov/publications/fhwahop11039/fhwahop11039.pdf"/>
              </a:rPr>
              <a:t>LINK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235889" y="1078395"/>
            <a:ext cx="2337858" cy="3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Ingest Call Feeds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2057088" y="1499213"/>
            <a:ext cx="3724275" cy="282602"/>
            <a:chOff x="1383664" y="31397"/>
            <a:chExt cx="4810293" cy="322952"/>
          </a:xfrm>
        </p:grpSpPr>
        <p:sp>
          <p:nvSpPr>
            <p:cNvPr id="66" name="Freeform 66"/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7804823" y="1498079"/>
            <a:ext cx="3724275" cy="266700"/>
            <a:chOff x="0" y="0"/>
            <a:chExt cx="4965700" cy="3556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965700" cy="355600"/>
            </a:xfrm>
            <a:custGeom>
              <a:avLst/>
              <a:gdLst/>
              <a:ahLst/>
              <a:cxnLst/>
              <a:rect l="l" t="t" r="r" b="b"/>
              <a:pathLst>
                <a:path w="4965700" h="355600">
                  <a:moveTo>
                    <a:pt x="0" y="0"/>
                  </a:moveTo>
                  <a:lnTo>
                    <a:pt x="4965700" y="0"/>
                  </a:lnTo>
                  <a:lnTo>
                    <a:pt x="49657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46" b="-649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11414355" y="1498079"/>
            <a:ext cx="3724275" cy="266700"/>
            <a:chOff x="0" y="0"/>
            <a:chExt cx="4965700" cy="3556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965700" cy="355600"/>
            </a:xfrm>
            <a:custGeom>
              <a:avLst/>
              <a:gdLst/>
              <a:ahLst/>
              <a:cxnLst/>
              <a:rect l="l" t="t" r="r" b="b"/>
              <a:pathLst>
                <a:path w="4965700" h="355600">
                  <a:moveTo>
                    <a:pt x="0" y="0"/>
                  </a:moveTo>
                  <a:lnTo>
                    <a:pt x="4965700" y="0"/>
                  </a:lnTo>
                  <a:lnTo>
                    <a:pt x="49657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46" b="-649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14089256" y="1522398"/>
            <a:ext cx="2966933" cy="216711"/>
            <a:chOff x="0" y="0"/>
            <a:chExt cx="4965700" cy="33081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965700" cy="330817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sp>
        <p:nvSpPr>
          <p:cNvPr id="73" name="TextBox 73"/>
          <p:cNvSpPr txBox="1"/>
          <p:nvPr/>
        </p:nvSpPr>
        <p:spPr>
          <a:xfrm>
            <a:off x="4697171" y="1078395"/>
            <a:ext cx="2573875" cy="36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Extract Spectral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78848" y="1078395"/>
            <a:ext cx="2691076" cy="36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sz="2223" b="1" dirty="0"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Detect Artifacts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359752" y="1078395"/>
            <a:ext cx="2218796" cy="3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sz="2223" b="1" dirty="0"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Liveness Check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091316" y="1078395"/>
            <a:ext cx="2830455" cy="3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sz="2223" b="1" dirty="0">
                <a:solidFill>
                  <a:srgbClr val="000000"/>
                </a:solidFill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Sub-80ms Block</a:t>
            </a:r>
          </a:p>
        </p:txBody>
      </p:sp>
      <p:grpSp>
        <p:nvGrpSpPr>
          <p:cNvPr id="77" name="Group 65">
            <a:extLst>
              <a:ext uri="{FF2B5EF4-FFF2-40B4-BE49-F238E27FC236}">
                <a16:creationId xmlns:a16="http://schemas.microsoft.com/office/drawing/2014/main" id="{C3D45A4B-D017-4B65-86F0-F9C746B10D38}"/>
              </a:ext>
            </a:extLst>
          </p:cNvPr>
          <p:cNvGrpSpPr/>
          <p:nvPr/>
        </p:nvGrpSpPr>
        <p:grpSpPr>
          <a:xfrm>
            <a:off x="1985178" y="4269862"/>
            <a:ext cx="3724275" cy="282602"/>
            <a:chOff x="1383664" y="31397"/>
            <a:chExt cx="4810293" cy="322952"/>
          </a:xfrm>
        </p:grpSpPr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2CFA8073-B061-45DF-90BF-BEC59657759A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79" name="Group 65">
            <a:extLst>
              <a:ext uri="{FF2B5EF4-FFF2-40B4-BE49-F238E27FC236}">
                <a16:creationId xmlns:a16="http://schemas.microsoft.com/office/drawing/2014/main" id="{77CF5697-0FDD-459A-90CC-4BCA9F300FA9}"/>
              </a:ext>
            </a:extLst>
          </p:cNvPr>
          <p:cNvGrpSpPr/>
          <p:nvPr/>
        </p:nvGrpSpPr>
        <p:grpSpPr>
          <a:xfrm>
            <a:off x="5588278" y="4255095"/>
            <a:ext cx="3724275" cy="282602"/>
            <a:chOff x="1383664" y="31397"/>
            <a:chExt cx="4810293" cy="322952"/>
          </a:xfrm>
        </p:grpSpPr>
        <p:sp>
          <p:nvSpPr>
            <p:cNvPr id="80" name="Freeform 66">
              <a:extLst>
                <a:ext uri="{FF2B5EF4-FFF2-40B4-BE49-F238E27FC236}">
                  <a16:creationId xmlns:a16="http://schemas.microsoft.com/office/drawing/2014/main" id="{B772A009-4EA2-4B48-8A7A-5AB070C1D1E4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81" name="Group 65">
            <a:extLst>
              <a:ext uri="{FF2B5EF4-FFF2-40B4-BE49-F238E27FC236}">
                <a16:creationId xmlns:a16="http://schemas.microsoft.com/office/drawing/2014/main" id="{0DC7A4E3-570D-423A-91AC-F6EA60EC2174}"/>
              </a:ext>
            </a:extLst>
          </p:cNvPr>
          <p:cNvGrpSpPr/>
          <p:nvPr/>
        </p:nvGrpSpPr>
        <p:grpSpPr>
          <a:xfrm>
            <a:off x="9197221" y="4255095"/>
            <a:ext cx="3724275" cy="282602"/>
            <a:chOff x="1383664" y="31397"/>
            <a:chExt cx="4810293" cy="322952"/>
          </a:xfrm>
        </p:grpSpPr>
        <p:sp>
          <p:nvSpPr>
            <p:cNvPr id="82" name="Freeform 66">
              <a:extLst>
                <a:ext uri="{FF2B5EF4-FFF2-40B4-BE49-F238E27FC236}">
                  <a16:creationId xmlns:a16="http://schemas.microsoft.com/office/drawing/2014/main" id="{2D06EBED-140E-4E97-8A8A-69AB0FEEBBB0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83" name="Group 65">
            <a:extLst>
              <a:ext uri="{FF2B5EF4-FFF2-40B4-BE49-F238E27FC236}">
                <a16:creationId xmlns:a16="http://schemas.microsoft.com/office/drawing/2014/main" id="{DF47F899-01A8-4F00-B5AA-11A47BB02492}"/>
              </a:ext>
            </a:extLst>
          </p:cNvPr>
          <p:cNvGrpSpPr/>
          <p:nvPr/>
        </p:nvGrpSpPr>
        <p:grpSpPr>
          <a:xfrm>
            <a:off x="12596291" y="4242574"/>
            <a:ext cx="3724275" cy="282602"/>
            <a:chOff x="1383664" y="31397"/>
            <a:chExt cx="4810293" cy="322952"/>
          </a:xfrm>
        </p:grpSpPr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25098671-DB7F-4D32-B927-9E3EC9FB88AB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85" name="Group 65">
            <a:extLst>
              <a:ext uri="{FF2B5EF4-FFF2-40B4-BE49-F238E27FC236}">
                <a16:creationId xmlns:a16="http://schemas.microsoft.com/office/drawing/2014/main" id="{37AD9CAA-8350-42E3-8C1C-10344F2ECDD6}"/>
              </a:ext>
            </a:extLst>
          </p:cNvPr>
          <p:cNvGrpSpPr/>
          <p:nvPr/>
        </p:nvGrpSpPr>
        <p:grpSpPr>
          <a:xfrm>
            <a:off x="13586922" y="4244644"/>
            <a:ext cx="3724275" cy="282602"/>
            <a:chOff x="1383664" y="31397"/>
            <a:chExt cx="4810293" cy="322952"/>
          </a:xfrm>
        </p:grpSpPr>
        <p:sp>
          <p:nvSpPr>
            <p:cNvPr id="86" name="Freeform 66">
              <a:extLst>
                <a:ext uri="{FF2B5EF4-FFF2-40B4-BE49-F238E27FC236}">
                  <a16:creationId xmlns:a16="http://schemas.microsoft.com/office/drawing/2014/main" id="{61E8426D-DAF5-446B-8855-652085ED734C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362</Words>
  <Application>Microsoft Office PowerPoint</Application>
  <PresentationFormat>Custom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Times New Roman MT Bold</vt:lpstr>
      <vt:lpstr>Garamond Bold</vt:lpstr>
      <vt:lpstr>Times New Roman</vt:lpstr>
      <vt:lpstr>Calibri (MS)</vt:lpstr>
      <vt:lpstr>Arial</vt:lpstr>
      <vt:lpstr>Calibri</vt:lpstr>
      <vt:lpstr>Arimo</vt:lpstr>
      <vt:lpstr>CanvaSansSC-Regular</vt:lpstr>
      <vt:lpstr>Times New Roman Bold</vt:lpstr>
      <vt:lpstr>Times New Roman MT</vt:lpstr>
      <vt:lpstr>Archivo Black</vt:lpstr>
      <vt:lpstr>Rubik Bubbles</vt:lpstr>
      <vt:lpstr>Arimo Bold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26104</dc:title>
  <dc:creator>Win-10</dc:creator>
  <cp:lastModifiedBy>Win-10</cp:lastModifiedBy>
  <cp:revision>26</cp:revision>
  <dcterms:created xsi:type="dcterms:W3CDTF">2006-08-16T00:00:00Z</dcterms:created>
  <dcterms:modified xsi:type="dcterms:W3CDTF">2026-09-08T02:46:04Z</dcterms:modified>
  <dc:identifier>DAHUcztZNHU</dc:identifier>
</cp:coreProperties>
</file>